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notesMasterIdLst>
    <p:notesMasterId r:id="rId4"/>
  </p:notesMasterIdLst>
  <p:sldIdLst>
    <p:sldId id="262" r:id="rId3"/>
  </p:sldIdLst>
  <p:sldSz cx="12192000" cy="6858000"/>
  <p:notesSz cx="7104063" cy="10234613"/>
  <p:defaultTextStyle>
    <a:defPPr>
      <a:defRPr lang="zh-CN"/>
    </a:defPPr>
    <a:lvl1pPr marL="0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1pPr>
    <a:lvl2pPr marL="510372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2pPr>
    <a:lvl3pPr marL="1020745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3pPr>
    <a:lvl4pPr marL="1531117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4pPr>
    <a:lvl5pPr marL="2041489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5pPr>
    <a:lvl6pPr marL="2551862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6pPr>
    <a:lvl7pPr marL="3062234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7pPr>
    <a:lvl8pPr marL="3572607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8pPr>
    <a:lvl9pPr marL="4082979" algn="l" defTabSz="1020745" rtl="0" eaLnBrk="1" latinLnBrk="0" hangingPunct="1">
      <a:defRPr sz="200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5BC6"/>
    <a:srgbClr val="FDF5E2"/>
    <a:srgbClr val="5F6362"/>
    <a:srgbClr val="2A8223"/>
    <a:srgbClr val="EE6F04"/>
    <a:srgbClr val="F8F5E5"/>
    <a:srgbClr val="F1F8E7"/>
    <a:srgbClr val="DF3734"/>
    <a:srgbClr val="67A668"/>
    <a:srgbClr val="E9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2244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1pPr>
    <a:lvl2pPr marL="510372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2pPr>
    <a:lvl3pPr marL="1020745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3pPr>
    <a:lvl4pPr marL="1531117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4pPr>
    <a:lvl5pPr marL="2041489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5pPr>
    <a:lvl6pPr marL="2551862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6pPr>
    <a:lvl7pPr marL="3062234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7pPr>
    <a:lvl8pPr marL="3572607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8pPr>
    <a:lvl9pPr marL="4082979" algn="l" defTabSz="1020745" rtl="0" eaLnBrk="1" latinLnBrk="0" hangingPunct="1">
      <a:defRPr sz="13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5"/>
            <a:ext cx="9144000" cy="2387600"/>
          </a:xfrm>
        </p:spPr>
        <p:txBody>
          <a:bodyPr anchor="b"/>
          <a:lstStyle>
            <a:lvl1pPr algn="ctr">
              <a:defRPr sz="546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90"/>
            <a:ext cx="9144000" cy="1655762"/>
          </a:xfrm>
        </p:spPr>
        <p:txBody>
          <a:bodyPr/>
          <a:lstStyle>
            <a:lvl1pPr marL="0" indent="0" algn="ctr">
              <a:buNone/>
              <a:defRPr sz="2183"/>
            </a:lvl1pPr>
            <a:lvl2pPr marL="415823" indent="0" algn="ctr">
              <a:buNone/>
              <a:defRPr sz="1822"/>
            </a:lvl2pPr>
            <a:lvl3pPr marL="832308" indent="0" algn="ctr">
              <a:buNone/>
              <a:defRPr sz="1640"/>
            </a:lvl3pPr>
            <a:lvl4pPr marL="1248131" indent="0" algn="ctr">
              <a:buNone/>
              <a:defRPr sz="1457"/>
            </a:lvl4pPr>
            <a:lvl5pPr marL="1663954" indent="0" algn="ctr">
              <a:buNone/>
              <a:defRPr sz="1457"/>
            </a:lvl5pPr>
            <a:lvl6pPr marL="2080440" indent="0" algn="ctr">
              <a:buNone/>
              <a:defRPr sz="1457"/>
            </a:lvl6pPr>
            <a:lvl7pPr marL="2496262" indent="0" algn="ctr">
              <a:buNone/>
              <a:defRPr sz="1457"/>
            </a:lvl7pPr>
            <a:lvl8pPr marL="2912085" indent="0" algn="ctr">
              <a:buNone/>
              <a:defRPr sz="1457"/>
            </a:lvl8pPr>
            <a:lvl9pPr marL="3328571" indent="0" algn="ctr">
              <a:buNone/>
              <a:defRPr sz="145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6" y="6314441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9"/>
            <a:ext cx="10972889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7" y="1524002"/>
            <a:ext cx="10972889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6" y="6314441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6" y="6314441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546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1pPr>
            <a:lvl2pPr marL="415823" indent="0">
              <a:buNone/>
              <a:defRPr sz="1822">
                <a:solidFill>
                  <a:schemeClr val="tx1">
                    <a:tint val="75000"/>
                  </a:schemeClr>
                </a:solidFill>
              </a:defRPr>
            </a:lvl2pPr>
            <a:lvl3pPr marL="832308" indent="0">
              <a:buNone/>
              <a:defRPr sz="1640">
                <a:solidFill>
                  <a:schemeClr val="tx1">
                    <a:tint val="75000"/>
                  </a:schemeClr>
                </a:solidFill>
              </a:defRPr>
            </a:lvl3pPr>
            <a:lvl4pPr marL="1248131" indent="0">
              <a:buNone/>
              <a:defRPr sz="1457">
                <a:solidFill>
                  <a:schemeClr val="tx1">
                    <a:tint val="75000"/>
                  </a:schemeClr>
                </a:solidFill>
              </a:defRPr>
            </a:lvl4pPr>
            <a:lvl5pPr marL="1663954" indent="0">
              <a:buNone/>
              <a:defRPr sz="1457">
                <a:solidFill>
                  <a:schemeClr val="tx1">
                    <a:tint val="75000"/>
                  </a:schemeClr>
                </a:solidFill>
              </a:defRPr>
            </a:lvl5pPr>
            <a:lvl6pPr marL="2080440" indent="0">
              <a:buNone/>
              <a:defRPr sz="1457">
                <a:solidFill>
                  <a:schemeClr val="tx1">
                    <a:tint val="75000"/>
                  </a:schemeClr>
                </a:solidFill>
              </a:defRPr>
            </a:lvl6pPr>
            <a:lvl7pPr marL="2496262" indent="0">
              <a:buNone/>
              <a:defRPr sz="1457">
                <a:solidFill>
                  <a:schemeClr val="tx1">
                    <a:tint val="75000"/>
                  </a:schemeClr>
                </a:solidFill>
              </a:defRPr>
            </a:lvl7pPr>
            <a:lvl8pPr marL="2912085" indent="0">
              <a:buNone/>
              <a:defRPr sz="1457">
                <a:solidFill>
                  <a:schemeClr val="tx1">
                    <a:tint val="75000"/>
                  </a:schemeClr>
                </a:solidFill>
              </a:defRPr>
            </a:lvl8pPr>
            <a:lvl9pPr marL="3328571" indent="0">
              <a:buNone/>
              <a:defRPr sz="14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6" y="6314441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7" y="482459"/>
            <a:ext cx="10972889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5" y="1523859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1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1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7" y="482602"/>
            <a:ext cx="10972889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1"/>
            <a:ext cx="5257842" cy="914407"/>
          </a:xfrm>
        </p:spPr>
        <p:txBody>
          <a:bodyPr anchor="ctr" anchorCtr="0"/>
          <a:lstStyle>
            <a:lvl1pPr marL="0" indent="0">
              <a:buNone/>
              <a:defRPr sz="2548"/>
            </a:lvl1pPr>
            <a:lvl2pPr marL="415823" indent="0">
              <a:buNone/>
              <a:defRPr sz="2183"/>
            </a:lvl2pPr>
            <a:lvl3pPr marL="832308" indent="0">
              <a:buNone/>
              <a:defRPr sz="1822"/>
            </a:lvl3pPr>
            <a:lvl4pPr marL="1248131" indent="0">
              <a:buNone/>
              <a:defRPr sz="1640"/>
            </a:lvl4pPr>
            <a:lvl5pPr marL="1663954" indent="0">
              <a:buNone/>
              <a:defRPr sz="1640"/>
            </a:lvl5pPr>
            <a:lvl6pPr marL="2080440" indent="0">
              <a:buNone/>
              <a:defRPr sz="1640"/>
            </a:lvl6pPr>
            <a:lvl7pPr marL="2496262" indent="0">
              <a:buNone/>
              <a:defRPr sz="1640"/>
            </a:lvl7pPr>
            <a:lvl8pPr marL="2912085" indent="0">
              <a:buNone/>
              <a:defRPr sz="1640"/>
            </a:lvl8pPr>
            <a:lvl9pPr marL="3328571" indent="0">
              <a:buNone/>
              <a:defRPr sz="164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540002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2" y="1523714"/>
            <a:ext cx="5257842" cy="914407"/>
          </a:xfrm>
        </p:spPr>
        <p:txBody>
          <a:bodyPr anchor="ctr" anchorCtr="0"/>
          <a:lstStyle>
            <a:lvl1pPr marL="0" indent="0">
              <a:buNone/>
              <a:defRPr sz="2548"/>
            </a:lvl1pPr>
            <a:lvl2pPr marL="415823" indent="0">
              <a:buNone/>
              <a:defRPr sz="2183"/>
            </a:lvl2pPr>
            <a:lvl3pPr marL="832308" indent="0">
              <a:buNone/>
              <a:defRPr sz="1822"/>
            </a:lvl3pPr>
            <a:lvl4pPr marL="1248131" indent="0">
              <a:buNone/>
              <a:defRPr sz="1640"/>
            </a:lvl4pPr>
            <a:lvl5pPr marL="1663954" indent="0">
              <a:buNone/>
              <a:defRPr sz="1640"/>
            </a:lvl5pPr>
            <a:lvl6pPr marL="2080440" indent="0">
              <a:buNone/>
              <a:defRPr sz="1640"/>
            </a:lvl6pPr>
            <a:lvl7pPr marL="2496262" indent="0">
              <a:buNone/>
              <a:defRPr sz="1640"/>
            </a:lvl7pPr>
            <a:lvl8pPr marL="2912085" indent="0">
              <a:buNone/>
              <a:defRPr sz="1640"/>
            </a:lvl8pPr>
            <a:lvl9pPr marL="3328571" indent="0">
              <a:buNone/>
              <a:defRPr sz="164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2" y="2540002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03250" y="6314441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300" y="6314441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7" y="482475"/>
            <a:ext cx="10972889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6" y="6314441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291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5" cy="5638801"/>
          </a:xfrm>
        </p:spPr>
        <p:txBody>
          <a:bodyPr/>
          <a:lstStyle>
            <a:lvl1pPr marL="0" indent="0">
              <a:buNone/>
              <a:defRPr sz="2914"/>
            </a:lvl1pPr>
            <a:lvl2pPr marL="415823" indent="0">
              <a:buNone/>
              <a:defRPr sz="2548"/>
            </a:lvl2pPr>
            <a:lvl3pPr marL="832308" indent="0">
              <a:buNone/>
              <a:defRPr sz="2183"/>
            </a:lvl3pPr>
            <a:lvl4pPr marL="1248131" indent="0">
              <a:buNone/>
              <a:defRPr sz="1822"/>
            </a:lvl4pPr>
            <a:lvl5pPr marL="1663954" indent="0">
              <a:buNone/>
              <a:defRPr sz="1822"/>
            </a:lvl5pPr>
            <a:lvl6pPr marL="2080440" indent="0">
              <a:buNone/>
              <a:defRPr sz="1822"/>
            </a:lvl6pPr>
            <a:lvl7pPr marL="2496262" indent="0">
              <a:buNone/>
              <a:defRPr sz="1822"/>
            </a:lvl7pPr>
            <a:lvl8pPr marL="2912085" indent="0">
              <a:buNone/>
              <a:defRPr sz="1822"/>
            </a:lvl8pPr>
            <a:lvl9pPr marL="3328571" indent="0">
              <a:buNone/>
              <a:defRPr sz="1822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2311400"/>
            <a:ext cx="3555999" cy="3937032"/>
          </a:xfrm>
        </p:spPr>
        <p:txBody>
          <a:bodyPr/>
          <a:lstStyle>
            <a:lvl1pPr marL="0" indent="0">
              <a:buNone/>
              <a:defRPr sz="1822"/>
            </a:lvl1pPr>
            <a:lvl2pPr marL="415823" indent="0">
              <a:buNone/>
              <a:defRPr sz="1640"/>
            </a:lvl2pPr>
            <a:lvl3pPr marL="832308" indent="0">
              <a:buNone/>
              <a:defRPr sz="1457"/>
            </a:lvl3pPr>
            <a:lvl4pPr marL="1248131" indent="0">
              <a:buNone/>
              <a:defRPr sz="1274"/>
            </a:lvl4pPr>
            <a:lvl5pPr marL="1663954" indent="0">
              <a:buNone/>
              <a:defRPr sz="1274"/>
            </a:lvl5pPr>
            <a:lvl6pPr marL="2080440" indent="0">
              <a:buNone/>
              <a:defRPr sz="1274"/>
            </a:lvl6pPr>
            <a:lvl7pPr marL="2496262" indent="0">
              <a:buNone/>
              <a:defRPr sz="1274"/>
            </a:lvl7pPr>
            <a:lvl8pPr marL="2912085" indent="0">
              <a:buNone/>
              <a:defRPr sz="1274"/>
            </a:lvl8pPr>
            <a:lvl9pPr marL="3328571" indent="0">
              <a:buNone/>
              <a:defRPr sz="127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1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2" y="609602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609600"/>
            <a:ext cx="8636069" cy="56388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6" y="6314441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1" y="609600"/>
            <a:ext cx="10973435" cy="5638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05156" y="6314441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88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064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755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35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079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91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9475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994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60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149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94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05156" y="6314441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1" y="6314402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301" y="6314441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9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7" y="482475"/>
            <a:ext cx="10972889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7" y="1524002"/>
            <a:ext cx="10972889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3103748" marR="0" lvl="6" indent="-238750" algn="l" defTabSz="954999" rtl="0" eaLnBrk="1" fontAlgn="auto" latinLnBrk="0" hangingPunct="1">
              <a:lnSpc>
                <a:spcPct val="90000"/>
              </a:lnSpc>
              <a:spcBef>
                <a:spcPts val="52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581248" marR="0" lvl="7" indent="-238750" algn="l" defTabSz="954999" rtl="0" eaLnBrk="1" fontAlgn="auto" latinLnBrk="0" hangingPunct="1">
              <a:lnSpc>
                <a:spcPct val="90000"/>
              </a:lnSpc>
              <a:spcBef>
                <a:spcPts val="52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4058747" marR="0" lvl="8" indent="-238750" algn="l" defTabSz="954999" rtl="0" eaLnBrk="1" fontAlgn="auto" latinLnBrk="0" hangingPunct="1">
              <a:lnSpc>
                <a:spcPct val="90000"/>
              </a:lnSpc>
              <a:spcBef>
                <a:spcPts val="52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4058747" marR="0" lvl="8" indent="-238750" algn="l" defTabSz="954999" rtl="0" eaLnBrk="1" fontAlgn="auto" latinLnBrk="0" hangingPunct="1">
              <a:lnSpc>
                <a:spcPct val="90000"/>
              </a:lnSpc>
              <a:spcBef>
                <a:spcPts val="52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832308" rtl="0" eaLnBrk="1" latinLnBrk="0" hangingPunct="1">
        <a:lnSpc>
          <a:spcPct val="100000"/>
        </a:lnSpc>
        <a:spcBef>
          <a:spcPct val="0"/>
        </a:spcBef>
        <a:buNone/>
        <a:defRPr sz="3274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08243" indent="-208243" algn="l" defTabSz="832308" rtl="0" eaLnBrk="1" latinLnBrk="0" hangingPunct="1">
        <a:lnSpc>
          <a:spcPct val="90000"/>
        </a:lnSpc>
        <a:spcBef>
          <a:spcPts val="909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24066" indent="-208243" algn="l" defTabSz="832308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39888" indent="-208243" algn="l" defTabSz="832308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56374" indent="-208243" algn="l" defTabSz="832308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72197" indent="-208243" algn="l" defTabSz="832308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88019" marR="0" indent="-208243" algn="l" defTabSz="832308" rtl="0" eaLnBrk="1" fontAlgn="auto" latinLnBrk="0" hangingPunct="1">
        <a:lnSpc>
          <a:spcPct val="90000"/>
        </a:lnSpc>
        <a:spcBef>
          <a:spcPts val="454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183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704505" indent="-208243" algn="l" defTabSz="832308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lang="en-US" altLang="zh-CN" sz="2183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120328" indent="-208243" algn="l" defTabSz="832308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lang="en-US" altLang="zh-CN" sz="2183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328571" indent="0" algn="l" defTabSz="832308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None/>
        <a:defRPr lang="en-US" altLang="zh-CN" sz="2183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1pPr>
      <a:lvl2pPr marL="415823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2pPr>
      <a:lvl3pPr marL="832308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3pPr>
      <a:lvl4pPr marL="1248131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4pPr>
      <a:lvl5pPr marL="1663954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5pPr>
      <a:lvl6pPr marL="2080440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6pPr>
      <a:lvl7pPr marL="2496262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7pPr>
      <a:lvl8pPr marL="2912085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8pPr>
      <a:lvl9pPr marL="3328571" algn="l" defTabSz="832308" rtl="0" eaLnBrk="1" latinLnBrk="0" hangingPunct="1">
        <a:defRPr sz="1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489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165773E-285A-01FA-A08D-BFB5F53130F6}"/>
              </a:ext>
            </a:extLst>
          </p:cNvPr>
          <p:cNvSpPr/>
          <p:nvPr/>
        </p:nvSpPr>
        <p:spPr>
          <a:xfrm>
            <a:off x="190254" y="233987"/>
            <a:ext cx="3626096" cy="6557337"/>
          </a:xfrm>
          <a:custGeom>
            <a:avLst/>
            <a:gdLst>
              <a:gd name="csX0" fmla="*/ 0 w 3626096"/>
              <a:gd name="csY0" fmla="*/ 138408 h 6557337"/>
              <a:gd name="csX1" fmla="*/ 138408 w 3626096"/>
              <a:gd name="csY1" fmla="*/ 0 h 6557337"/>
              <a:gd name="csX2" fmla="*/ 875250 w 3626096"/>
              <a:gd name="csY2" fmla="*/ 0 h 6557337"/>
              <a:gd name="csX3" fmla="*/ 1478120 w 3626096"/>
              <a:gd name="csY3" fmla="*/ 0 h 6557337"/>
              <a:gd name="csX4" fmla="*/ 2047498 w 3626096"/>
              <a:gd name="csY4" fmla="*/ 0 h 6557337"/>
              <a:gd name="csX5" fmla="*/ 2650368 w 3626096"/>
              <a:gd name="csY5" fmla="*/ 0 h 6557337"/>
              <a:gd name="csX6" fmla="*/ 3487688 w 3626096"/>
              <a:gd name="csY6" fmla="*/ 0 h 6557337"/>
              <a:gd name="csX7" fmla="*/ 3626096 w 3626096"/>
              <a:gd name="csY7" fmla="*/ 138408 h 6557337"/>
              <a:gd name="csX8" fmla="*/ 3626096 w 3626096"/>
              <a:gd name="csY8" fmla="*/ 647828 h 6557337"/>
              <a:gd name="csX9" fmla="*/ 3626096 w 3626096"/>
              <a:gd name="csY9" fmla="*/ 1345664 h 6557337"/>
              <a:gd name="csX10" fmla="*/ 3626096 w 3626096"/>
              <a:gd name="csY10" fmla="*/ 2169110 h 6557337"/>
              <a:gd name="csX11" fmla="*/ 3626096 w 3626096"/>
              <a:gd name="csY11" fmla="*/ 2929751 h 6557337"/>
              <a:gd name="csX12" fmla="*/ 3626096 w 3626096"/>
              <a:gd name="csY12" fmla="*/ 3564781 h 6557337"/>
              <a:gd name="csX13" fmla="*/ 3626096 w 3626096"/>
              <a:gd name="csY13" fmla="*/ 4325422 h 6557337"/>
              <a:gd name="csX14" fmla="*/ 3626096 w 3626096"/>
              <a:gd name="csY14" fmla="*/ 4897647 h 6557337"/>
              <a:gd name="csX15" fmla="*/ 3626096 w 3626096"/>
              <a:gd name="csY15" fmla="*/ 5595483 h 6557337"/>
              <a:gd name="csX16" fmla="*/ 3626096 w 3626096"/>
              <a:gd name="csY16" fmla="*/ 6418929 h 6557337"/>
              <a:gd name="csX17" fmla="*/ 3487688 w 3626096"/>
              <a:gd name="csY17" fmla="*/ 6557337 h 6557337"/>
              <a:gd name="csX18" fmla="*/ 2784339 w 3626096"/>
              <a:gd name="csY18" fmla="*/ 6557337 h 6557337"/>
              <a:gd name="csX19" fmla="*/ 2147976 w 3626096"/>
              <a:gd name="csY19" fmla="*/ 6557337 h 6557337"/>
              <a:gd name="csX20" fmla="*/ 1545106 w 3626096"/>
              <a:gd name="csY20" fmla="*/ 6557337 h 6557337"/>
              <a:gd name="csX21" fmla="*/ 875250 w 3626096"/>
              <a:gd name="csY21" fmla="*/ 6557337 h 6557337"/>
              <a:gd name="csX22" fmla="*/ 138408 w 3626096"/>
              <a:gd name="csY22" fmla="*/ 6557337 h 6557337"/>
              <a:gd name="csX23" fmla="*/ 0 w 3626096"/>
              <a:gd name="csY23" fmla="*/ 6418929 h 6557337"/>
              <a:gd name="csX24" fmla="*/ 0 w 3626096"/>
              <a:gd name="csY24" fmla="*/ 5909509 h 6557337"/>
              <a:gd name="csX25" fmla="*/ 0 w 3626096"/>
              <a:gd name="csY25" fmla="*/ 5148868 h 6557337"/>
              <a:gd name="csX26" fmla="*/ 0 w 3626096"/>
              <a:gd name="csY26" fmla="*/ 4576643 h 6557337"/>
              <a:gd name="csX27" fmla="*/ 0 w 3626096"/>
              <a:gd name="csY27" fmla="*/ 3816002 h 6557337"/>
              <a:gd name="csX28" fmla="*/ 0 w 3626096"/>
              <a:gd name="csY28" fmla="*/ 3180972 h 6557337"/>
              <a:gd name="csX29" fmla="*/ 0 w 3626096"/>
              <a:gd name="csY29" fmla="*/ 2608746 h 6557337"/>
              <a:gd name="csX30" fmla="*/ 0 w 3626096"/>
              <a:gd name="csY30" fmla="*/ 2099326 h 6557337"/>
              <a:gd name="csX31" fmla="*/ 0 w 3626096"/>
              <a:gd name="csY31" fmla="*/ 1527101 h 6557337"/>
              <a:gd name="csX32" fmla="*/ 0 w 3626096"/>
              <a:gd name="csY32" fmla="*/ 954876 h 6557337"/>
              <a:gd name="csX33" fmla="*/ 0 w 3626096"/>
              <a:gd name="csY33" fmla="*/ 138408 h 6557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3626096" h="6557337" fill="none" extrusionOk="0">
                <a:moveTo>
                  <a:pt x="0" y="138408"/>
                </a:moveTo>
                <a:cubicBezTo>
                  <a:pt x="-15533" y="70677"/>
                  <a:pt x="63676" y="4630"/>
                  <a:pt x="138408" y="0"/>
                </a:cubicBezTo>
                <a:cubicBezTo>
                  <a:pt x="426171" y="22161"/>
                  <a:pt x="594651" y="16100"/>
                  <a:pt x="875250" y="0"/>
                </a:cubicBezTo>
                <a:cubicBezTo>
                  <a:pt x="1155849" y="-16100"/>
                  <a:pt x="1242949" y="-9600"/>
                  <a:pt x="1478120" y="0"/>
                </a:cubicBezTo>
                <a:cubicBezTo>
                  <a:pt x="1713291" y="9600"/>
                  <a:pt x="1903713" y="-477"/>
                  <a:pt x="2047498" y="0"/>
                </a:cubicBezTo>
                <a:cubicBezTo>
                  <a:pt x="2191283" y="477"/>
                  <a:pt x="2439308" y="13000"/>
                  <a:pt x="2650368" y="0"/>
                </a:cubicBezTo>
                <a:cubicBezTo>
                  <a:pt x="2861428" y="-13000"/>
                  <a:pt x="3252286" y="36084"/>
                  <a:pt x="3487688" y="0"/>
                </a:cubicBezTo>
                <a:cubicBezTo>
                  <a:pt x="3547090" y="2043"/>
                  <a:pt x="3632739" y="68944"/>
                  <a:pt x="3626096" y="138408"/>
                </a:cubicBezTo>
                <a:cubicBezTo>
                  <a:pt x="3615076" y="308141"/>
                  <a:pt x="3618306" y="529583"/>
                  <a:pt x="3626096" y="647828"/>
                </a:cubicBezTo>
                <a:cubicBezTo>
                  <a:pt x="3633886" y="766073"/>
                  <a:pt x="3654256" y="1140350"/>
                  <a:pt x="3626096" y="1345664"/>
                </a:cubicBezTo>
                <a:cubicBezTo>
                  <a:pt x="3597936" y="1550978"/>
                  <a:pt x="3601049" y="1998350"/>
                  <a:pt x="3626096" y="2169110"/>
                </a:cubicBezTo>
                <a:cubicBezTo>
                  <a:pt x="3651143" y="2339870"/>
                  <a:pt x="3636782" y="2626796"/>
                  <a:pt x="3626096" y="2929751"/>
                </a:cubicBezTo>
                <a:cubicBezTo>
                  <a:pt x="3615410" y="3232706"/>
                  <a:pt x="3636143" y="3259519"/>
                  <a:pt x="3626096" y="3564781"/>
                </a:cubicBezTo>
                <a:cubicBezTo>
                  <a:pt x="3616050" y="3870043"/>
                  <a:pt x="3608430" y="4071315"/>
                  <a:pt x="3626096" y="4325422"/>
                </a:cubicBezTo>
                <a:cubicBezTo>
                  <a:pt x="3643762" y="4579529"/>
                  <a:pt x="3624908" y="4636055"/>
                  <a:pt x="3626096" y="4897647"/>
                </a:cubicBezTo>
                <a:cubicBezTo>
                  <a:pt x="3627284" y="5159240"/>
                  <a:pt x="3636859" y="5347612"/>
                  <a:pt x="3626096" y="5595483"/>
                </a:cubicBezTo>
                <a:cubicBezTo>
                  <a:pt x="3615333" y="5843354"/>
                  <a:pt x="3630752" y="6174548"/>
                  <a:pt x="3626096" y="6418929"/>
                </a:cubicBezTo>
                <a:cubicBezTo>
                  <a:pt x="3633074" y="6484506"/>
                  <a:pt x="3577385" y="6546906"/>
                  <a:pt x="3487688" y="6557337"/>
                </a:cubicBezTo>
                <a:cubicBezTo>
                  <a:pt x="3173022" y="6542037"/>
                  <a:pt x="3001989" y="6583760"/>
                  <a:pt x="2784339" y="6557337"/>
                </a:cubicBezTo>
                <a:cubicBezTo>
                  <a:pt x="2566689" y="6530914"/>
                  <a:pt x="2421953" y="6563444"/>
                  <a:pt x="2147976" y="6557337"/>
                </a:cubicBezTo>
                <a:cubicBezTo>
                  <a:pt x="1873999" y="6551230"/>
                  <a:pt x="1817131" y="6577569"/>
                  <a:pt x="1545106" y="6557337"/>
                </a:cubicBezTo>
                <a:cubicBezTo>
                  <a:pt x="1273081" y="6537106"/>
                  <a:pt x="1060935" y="6557010"/>
                  <a:pt x="875250" y="6557337"/>
                </a:cubicBezTo>
                <a:cubicBezTo>
                  <a:pt x="689565" y="6557664"/>
                  <a:pt x="383041" y="6565696"/>
                  <a:pt x="138408" y="6557337"/>
                </a:cubicBezTo>
                <a:cubicBezTo>
                  <a:pt x="64665" y="6555119"/>
                  <a:pt x="332" y="6485703"/>
                  <a:pt x="0" y="6418929"/>
                </a:cubicBezTo>
                <a:cubicBezTo>
                  <a:pt x="-14294" y="6164933"/>
                  <a:pt x="11663" y="6042832"/>
                  <a:pt x="0" y="5909509"/>
                </a:cubicBezTo>
                <a:cubicBezTo>
                  <a:pt x="-11663" y="5776186"/>
                  <a:pt x="-29078" y="5488750"/>
                  <a:pt x="0" y="5148868"/>
                </a:cubicBezTo>
                <a:cubicBezTo>
                  <a:pt x="29078" y="4808986"/>
                  <a:pt x="-28031" y="4773806"/>
                  <a:pt x="0" y="4576643"/>
                </a:cubicBezTo>
                <a:cubicBezTo>
                  <a:pt x="28031" y="4379480"/>
                  <a:pt x="-3067" y="4012126"/>
                  <a:pt x="0" y="3816002"/>
                </a:cubicBezTo>
                <a:cubicBezTo>
                  <a:pt x="3067" y="3619878"/>
                  <a:pt x="-11480" y="3398194"/>
                  <a:pt x="0" y="3180972"/>
                </a:cubicBezTo>
                <a:cubicBezTo>
                  <a:pt x="11480" y="2963750"/>
                  <a:pt x="14496" y="2845790"/>
                  <a:pt x="0" y="2608746"/>
                </a:cubicBezTo>
                <a:cubicBezTo>
                  <a:pt x="-14496" y="2371702"/>
                  <a:pt x="12353" y="2232834"/>
                  <a:pt x="0" y="2099326"/>
                </a:cubicBezTo>
                <a:cubicBezTo>
                  <a:pt x="-12353" y="1965818"/>
                  <a:pt x="26957" y="1740781"/>
                  <a:pt x="0" y="1527101"/>
                </a:cubicBezTo>
                <a:cubicBezTo>
                  <a:pt x="-26957" y="1313422"/>
                  <a:pt x="-16669" y="1110753"/>
                  <a:pt x="0" y="954876"/>
                </a:cubicBezTo>
                <a:cubicBezTo>
                  <a:pt x="16669" y="798999"/>
                  <a:pt x="29148" y="477206"/>
                  <a:pt x="0" y="138408"/>
                </a:cubicBezTo>
                <a:close/>
              </a:path>
              <a:path w="3626096" h="6557337" stroke="0" extrusionOk="0">
                <a:moveTo>
                  <a:pt x="0" y="138408"/>
                </a:moveTo>
                <a:cubicBezTo>
                  <a:pt x="-11723" y="54736"/>
                  <a:pt x="55389" y="2469"/>
                  <a:pt x="138408" y="0"/>
                </a:cubicBezTo>
                <a:cubicBezTo>
                  <a:pt x="421557" y="-14947"/>
                  <a:pt x="601252" y="17262"/>
                  <a:pt x="875250" y="0"/>
                </a:cubicBezTo>
                <a:cubicBezTo>
                  <a:pt x="1149248" y="-17262"/>
                  <a:pt x="1203101" y="-16358"/>
                  <a:pt x="1511613" y="0"/>
                </a:cubicBezTo>
                <a:cubicBezTo>
                  <a:pt x="1820125" y="16358"/>
                  <a:pt x="1832003" y="28826"/>
                  <a:pt x="2114483" y="0"/>
                </a:cubicBezTo>
                <a:cubicBezTo>
                  <a:pt x="2396963" y="-28826"/>
                  <a:pt x="2662564" y="-6126"/>
                  <a:pt x="2817832" y="0"/>
                </a:cubicBezTo>
                <a:cubicBezTo>
                  <a:pt x="2973100" y="6126"/>
                  <a:pt x="3154721" y="-27121"/>
                  <a:pt x="3487688" y="0"/>
                </a:cubicBezTo>
                <a:cubicBezTo>
                  <a:pt x="3572195" y="-13127"/>
                  <a:pt x="3618835" y="68348"/>
                  <a:pt x="3626096" y="138408"/>
                </a:cubicBezTo>
                <a:cubicBezTo>
                  <a:pt x="3606086" y="330924"/>
                  <a:pt x="3623547" y="634261"/>
                  <a:pt x="3626096" y="836244"/>
                </a:cubicBezTo>
                <a:cubicBezTo>
                  <a:pt x="3628645" y="1038227"/>
                  <a:pt x="3640084" y="1241182"/>
                  <a:pt x="3626096" y="1345664"/>
                </a:cubicBezTo>
                <a:cubicBezTo>
                  <a:pt x="3612108" y="1450146"/>
                  <a:pt x="3642684" y="1870649"/>
                  <a:pt x="3626096" y="2043499"/>
                </a:cubicBezTo>
                <a:cubicBezTo>
                  <a:pt x="3609508" y="2216350"/>
                  <a:pt x="3605635" y="2498325"/>
                  <a:pt x="3626096" y="2741335"/>
                </a:cubicBezTo>
                <a:cubicBezTo>
                  <a:pt x="3646557" y="2984345"/>
                  <a:pt x="3628668" y="3069708"/>
                  <a:pt x="3626096" y="3376365"/>
                </a:cubicBezTo>
                <a:cubicBezTo>
                  <a:pt x="3623525" y="3683022"/>
                  <a:pt x="3591686" y="3826720"/>
                  <a:pt x="3626096" y="4199812"/>
                </a:cubicBezTo>
                <a:cubicBezTo>
                  <a:pt x="3660506" y="4572904"/>
                  <a:pt x="3589131" y="4681773"/>
                  <a:pt x="3626096" y="5023258"/>
                </a:cubicBezTo>
                <a:cubicBezTo>
                  <a:pt x="3663061" y="5364743"/>
                  <a:pt x="3644744" y="5439511"/>
                  <a:pt x="3626096" y="5595483"/>
                </a:cubicBezTo>
                <a:cubicBezTo>
                  <a:pt x="3607448" y="5751456"/>
                  <a:pt x="3594390" y="6226470"/>
                  <a:pt x="3626096" y="6418929"/>
                </a:cubicBezTo>
                <a:cubicBezTo>
                  <a:pt x="3625265" y="6493676"/>
                  <a:pt x="3565354" y="6540761"/>
                  <a:pt x="3487688" y="6557337"/>
                </a:cubicBezTo>
                <a:cubicBezTo>
                  <a:pt x="3163934" y="6573832"/>
                  <a:pt x="2968229" y="6544731"/>
                  <a:pt x="2784339" y="6557337"/>
                </a:cubicBezTo>
                <a:cubicBezTo>
                  <a:pt x="2600449" y="6569943"/>
                  <a:pt x="2392545" y="6541644"/>
                  <a:pt x="2181469" y="6557337"/>
                </a:cubicBezTo>
                <a:cubicBezTo>
                  <a:pt x="1970393" y="6573031"/>
                  <a:pt x="1796916" y="6548853"/>
                  <a:pt x="1444627" y="6557337"/>
                </a:cubicBezTo>
                <a:cubicBezTo>
                  <a:pt x="1092338" y="6565821"/>
                  <a:pt x="1053369" y="6586441"/>
                  <a:pt x="774771" y="6557337"/>
                </a:cubicBezTo>
                <a:cubicBezTo>
                  <a:pt x="496173" y="6528233"/>
                  <a:pt x="303536" y="6531372"/>
                  <a:pt x="138408" y="6557337"/>
                </a:cubicBezTo>
                <a:cubicBezTo>
                  <a:pt x="61864" y="6554555"/>
                  <a:pt x="8625" y="6497168"/>
                  <a:pt x="0" y="6418929"/>
                </a:cubicBezTo>
                <a:cubicBezTo>
                  <a:pt x="-15580" y="6196931"/>
                  <a:pt x="-7751" y="5997005"/>
                  <a:pt x="0" y="5721093"/>
                </a:cubicBezTo>
                <a:cubicBezTo>
                  <a:pt x="7751" y="5445181"/>
                  <a:pt x="-31725" y="5292249"/>
                  <a:pt x="0" y="5023258"/>
                </a:cubicBezTo>
                <a:cubicBezTo>
                  <a:pt x="31725" y="4754267"/>
                  <a:pt x="-13890" y="4729229"/>
                  <a:pt x="0" y="4451032"/>
                </a:cubicBezTo>
                <a:cubicBezTo>
                  <a:pt x="13890" y="4172835"/>
                  <a:pt x="-4207" y="3845529"/>
                  <a:pt x="0" y="3690392"/>
                </a:cubicBezTo>
                <a:cubicBezTo>
                  <a:pt x="4207" y="3535255"/>
                  <a:pt x="-26086" y="3343606"/>
                  <a:pt x="0" y="3118166"/>
                </a:cubicBezTo>
                <a:cubicBezTo>
                  <a:pt x="26086" y="2892726"/>
                  <a:pt x="7680" y="2713660"/>
                  <a:pt x="0" y="2357525"/>
                </a:cubicBezTo>
                <a:cubicBezTo>
                  <a:pt x="-7680" y="2001390"/>
                  <a:pt x="9673" y="1969597"/>
                  <a:pt x="0" y="1848105"/>
                </a:cubicBezTo>
                <a:cubicBezTo>
                  <a:pt x="-9673" y="1726613"/>
                  <a:pt x="-1187" y="1331023"/>
                  <a:pt x="0" y="1087465"/>
                </a:cubicBezTo>
                <a:cubicBezTo>
                  <a:pt x="1187" y="843907"/>
                  <a:pt x="18416" y="528903"/>
                  <a:pt x="0" y="138408"/>
                </a:cubicBezTo>
                <a:close/>
              </a:path>
            </a:pathLst>
          </a:custGeom>
          <a:solidFill>
            <a:srgbClr val="EAF4FA"/>
          </a:solidFill>
          <a:ln w="25400">
            <a:solidFill>
              <a:srgbClr val="6983BA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81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B72D661-71E4-C71B-B1F5-7AF6FFF377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1" t="1585" r="2164" b="2250"/>
          <a:stretch>
            <a:fillRect/>
          </a:stretch>
        </p:blipFill>
        <p:spPr>
          <a:xfrm>
            <a:off x="240024" y="886376"/>
            <a:ext cx="972825" cy="1074382"/>
          </a:xfrm>
          <a:prstGeom prst="rect">
            <a:avLst/>
          </a:prstGeom>
        </p:spPr>
      </p:pic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D3206E3-C565-41C8-B320-024D705B86FB}"/>
              </a:ext>
            </a:extLst>
          </p:cNvPr>
          <p:cNvSpPr/>
          <p:nvPr/>
        </p:nvSpPr>
        <p:spPr>
          <a:xfrm>
            <a:off x="4031242" y="247650"/>
            <a:ext cx="4080664" cy="6515099"/>
          </a:xfrm>
          <a:custGeom>
            <a:avLst/>
            <a:gdLst>
              <a:gd name="csX0" fmla="*/ 0 w 4080664"/>
              <a:gd name="csY0" fmla="*/ 149311 h 6515099"/>
              <a:gd name="csX1" fmla="*/ 149311 w 4080664"/>
              <a:gd name="csY1" fmla="*/ 0 h 6515099"/>
              <a:gd name="csX2" fmla="*/ 817472 w 4080664"/>
              <a:gd name="csY2" fmla="*/ 0 h 6515099"/>
              <a:gd name="csX3" fmla="*/ 1372171 w 4080664"/>
              <a:gd name="csY3" fmla="*/ 0 h 6515099"/>
              <a:gd name="csX4" fmla="*/ 1964691 w 4080664"/>
              <a:gd name="csY4" fmla="*/ 0 h 6515099"/>
              <a:gd name="csX5" fmla="*/ 2595031 w 4080664"/>
              <a:gd name="csY5" fmla="*/ 0 h 6515099"/>
              <a:gd name="csX6" fmla="*/ 3149731 w 4080664"/>
              <a:gd name="csY6" fmla="*/ 0 h 6515099"/>
              <a:gd name="csX7" fmla="*/ 3931353 w 4080664"/>
              <a:gd name="csY7" fmla="*/ 0 h 6515099"/>
              <a:gd name="csX8" fmla="*/ 4080664 w 4080664"/>
              <a:gd name="csY8" fmla="*/ 149311 h 6515099"/>
              <a:gd name="csX9" fmla="*/ 4080664 w 4080664"/>
              <a:gd name="csY9" fmla="*/ 653536 h 6515099"/>
              <a:gd name="csX10" fmla="*/ 4080664 w 4080664"/>
              <a:gd name="csY10" fmla="*/ 1282091 h 6515099"/>
              <a:gd name="csX11" fmla="*/ 4080664 w 4080664"/>
              <a:gd name="csY11" fmla="*/ 2034976 h 6515099"/>
              <a:gd name="csX12" fmla="*/ 4080664 w 4080664"/>
              <a:gd name="csY12" fmla="*/ 2601366 h 6515099"/>
              <a:gd name="csX13" fmla="*/ 4080664 w 4080664"/>
              <a:gd name="csY13" fmla="*/ 3292085 h 6515099"/>
              <a:gd name="csX14" fmla="*/ 4080664 w 4080664"/>
              <a:gd name="csY14" fmla="*/ 3796311 h 6515099"/>
              <a:gd name="csX15" fmla="*/ 4080664 w 4080664"/>
              <a:gd name="csY15" fmla="*/ 4611360 h 6515099"/>
              <a:gd name="csX16" fmla="*/ 4080664 w 4080664"/>
              <a:gd name="csY16" fmla="*/ 5302080 h 6515099"/>
              <a:gd name="csX17" fmla="*/ 4080664 w 4080664"/>
              <a:gd name="csY17" fmla="*/ 6365788 h 6515099"/>
              <a:gd name="csX18" fmla="*/ 3931353 w 4080664"/>
              <a:gd name="csY18" fmla="*/ 6515099 h 6515099"/>
              <a:gd name="csX19" fmla="*/ 3263192 w 4080664"/>
              <a:gd name="csY19" fmla="*/ 6515099 h 6515099"/>
              <a:gd name="csX20" fmla="*/ 2595031 w 4080664"/>
              <a:gd name="csY20" fmla="*/ 6515099 h 6515099"/>
              <a:gd name="csX21" fmla="*/ 1889050 w 4080664"/>
              <a:gd name="csY21" fmla="*/ 6515099 h 6515099"/>
              <a:gd name="csX22" fmla="*/ 1220890 w 4080664"/>
              <a:gd name="csY22" fmla="*/ 6515099 h 6515099"/>
              <a:gd name="csX23" fmla="*/ 149311 w 4080664"/>
              <a:gd name="csY23" fmla="*/ 6515099 h 6515099"/>
              <a:gd name="csX24" fmla="*/ 0 w 4080664"/>
              <a:gd name="csY24" fmla="*/ 6365788 h 6515099"/>
              <a:gd name="csX25" fmla="*/ 0 w 4080664"/>
              <a:gd name="csY25" fmla="*/ 5675068 h 6515099"/>
              <a:gd name="csX26" fmla="*/ 0 w 4080664"/>
              <a:gd name="csY26" fmla="*/ 5046513 h 6515099"/>
              <a:gd name="csX27" fmla="*/ 0 w 4080664"/>
              <a:gd name="csY27" fmla="*/ 4480123 h 6515099"/>
              <a:gd name="csX28" fmla="*/ 0 w 4080664"/>
              <a:gd name="csY28" fmla="*/ 3975898 h 6515099"/>
              <a:gd name="csX29" fmla="*/ 0 w 4080664"/>
              <a:gd name="csY29" fmla="*/ 3409508 h 6515099"/>
              <a:gd name="csX30" fmla="*/ 0 w 4080664"/>
              <a:gd name="csY30" fmla="*/ 2843118 h 6515099"/>
              <a:gd name="csX31" fmla="*/ 0 w 4080664"/>
              <a:gd name="csY31" fmla="*/ 2152398 h 6515099"/>
              <a:gd name="csX32" fmla="*/ 0 w 4080664"/>
              <a:gd name="csY32" fmla="*/ 1461678 h 6515099"/>
              <a:gd name="csX33" fmla="*/ 0 w 4080664"/>
              <a:gd name="csY33" fmla="*/ 833123 h 6515099"/>
              <a:gd name="csX34" fmla="*/ 0 w 4080664"/>
              <a:gd name="csY34" fmla="*/ 149311 h 6515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080664" h="6515099" fill="none" extrusionOk="0">
                <a:moveTo>
                  <a:pt x="0" y="149311"/>
                </a:moveTo>
                <a:cubicBezTo>
                  <a:pt x="-1603" y="72849"/>
                  <a:pt x="69527" y="768"/>
                  <a:pt x="149311" y="0"/>
                </a:cubicBezTo>
                <a:cubicBezTo>
                  <a:pt x="427885" y="27888"/>
                  <a:pt x="645175" y="6165"/>
                  <a:pt x="817472" y="0"/>
                </a:cubicBezTo>
                <a:cubicBezTo>
                  <a:pt x="989769" y="-6165"/>
                  <a:pt x="1153426" y="-26167"/>
                  <a:pt x="1372171" y="0"/>
                </a:cubicBezTo>
                <a:cubicBezTo>
                  <a:pt x="1590916" y="26167"/>
                  <a:pt x="1844475" y="-4236"/>
                  <a:pt x="1964691" y="0"/>
                </a:cubicBezTo>
                <a:cubicBezTo>
                  <a:pt x="2084907" y="4236"/>
                  <a:pt x="2377140" y="-21589"/>
                  <a:pt x="2595031" y="0"/>
                </a:cubicBezTo>
                <a:cubicBezTo>
                  <a:pt x="2812922" y="21589"/>
                  <a:pt x="2880338" y="-25392"/>
                  <a:pt x="3149731" y="0"/>
                </a:cubicBezTo>
                <a:cubicBezTo>
                  <a:pt x="3419124" y="25392"/>
                  <a:pt x="3559535" y="30956"/>
                  <a:pt x="3931353" y="0"/>
                </a:cubicBezTo>
                <a:cubicBezTo>
                  <a:pt x="4004325" y="-16951"/>
                  <a:pt x="4072172" y="70796"/>
                  <a:pt x="4080664" y="149311"/>
                </a:cubicBezTo>
                <a:cubicBezTo>
                  <a:pt x="4087880" y="287894"/>
                  <a:pt x="4064561" y="443189"/>
                  <a:pt x="4080664" y="653536"/>
                </a:cubicBezTo>
                <a:cubicBezTo>
                  <a:pt x="4096767" y="863884"/>
                  <a:pt x="4066648" y="1050889"/>
                  <a:pt x="4080664" y="1282091"/>
                </a:cubicBezTo>
                <a:cubicBezTo>
                  <a:pt x="4094680" y="1513293"/>
                  <a:pt x="4050152" y="1711497"/>
                  <a:pt x="4080664" y="2034976"/>
                </a:cubicBezTo>
                <a:cubicBezTo>
                  <a:pt x="4111176" y="2358455"/>
                  <a:pt x="4064150" y="2341147"/>
                  <a:pt x="4080664" y="2601366"/>
                </a:cubicBezTo>
                <a:cubicBezTo>
                  <a:pt x="4097179" y="2861585"/>
                  <a:pt x="4059445" y="2964435"/>
                  <a:pt x="4080664" y="3292085"/>
                </a:cubicBezTo>
                <a:cubicBezTo>
                  <a:pt x="4101883" y="3619735"/>
                  <a:pt x="4066712" y="3562747"/>
                  <a:pt x="4080664" y="3796311"/>
                </a:cubicBezTo>
                <a:cubicBezTo>
                  <a:pt x="4094616" y="4029875"/>
                  <a:pt x="4107728" y="4336146"/>
                  <a:pt x="4080664" y="4611360"/>
                </a:cubicBezTo>
                <a:cubicBezTo>
                  <a:pt x="4053600" y="4886574"/>
                  <a:pt x="4076382" y="5012481"/>
                  <a:pt x="4080664" y="5302080"/>
                </a:cubicBezTo>
                <a:cubicBezTo>
                  <a:pt x="4084946" y="5591679"/>
                  <a:pt x="4052691" y="5859351"/>
                  <a:pt x="4080664" y="6365788"/>
                </a:cubicBezTo>
                <a:cubicBezTo>
                  <a:pt x="4085802" y="6459214"/>
                  <a:pt x="4012610" y="6520029"/>
                  <a:pt x="3931353" y="6515099"/>
                </a:cubicBezTo>
                <a:cubicBezTo>
                  <a:pt x="3657957" y="6525820"/>
                  <a:pt x="3467103" y="6531243"/>
                  <a:pt x="3263192" y="6515099"/>
                </a:cubicBezTo>
                <a:cubicBezTo>
                  <a:pt x="3059281" y="6498955"/>
                  <a:pt x="2770269" y="6487241"/>
                  <a:pt x="2595031" y="6515099"/>
                </a:cubicBezTo>
                <a:cubicBezTo>
                  <a:pt x="2419793" y="6542957"/>
                  <a:pt x="2155445" y="6525177"/>
                  <a:pt x="1889050" y="6515099"/>
                </a:cubicBezTo>
                <a:cubicBezTo>
                  <a:pt x="1622655" y="6505021"/>
                  <a:pt x="1457431" y="6487862"/>
                  <a:pt x="1220890" y="6515099"/>
                </a:cubicBezTo>
                <a:cubicBezTo>
                  <a:pt x="984349" y="6542336"/>
                  <a:pt x="436561" y="6527394"/>
                  <a:pt x="149311" y="6515099"/>
                </a:cubicBezTo>
                <a:cubicBezTo>
                  <a:pt x="49184" y="6513411"/>
                  <a:pt x="-16737" y="6455581"/>
                  <a:pt x="0" y="6365788"/>
                </a:cubicBezTo>
                <a:cubicBezTo>
                  <a:pt x="-3056" y="6093131"/>
                  <a:pt x="19808" y="5912563"/>
                  <a:pt x="0" y="5675068"/>
                </a:cubicBezTo>
                <a:cubicBezTo>
                  <a:pt x="-19808" y="5437573"/>
                  <a:pt x="-25213" y="5354638"/>
                  <a:pt x="0" y="5046513"/>
                </a:cubicBezTo>
                <a:cubicBezTo>
                  <a:pt x="25213" y="4738389"/>
                  <a:pt x="-17152" y="4693302"/>
                  <a:pt x="0" y="4480123"/>
                </a:cubicBezTo>
                <a:cubicBezTo>
                  <a:pt x="17152" y="4266944"/>
                  <a:pt x="-14251" y="4087295"/>
                  <a:pt x="0" y="3975898"/>
                </a:cubicBezTo>
                <a:cubicBezTo>
                  <a:pt x="14251" y="3864502"/>
                  <a:pt x="13909" y="3560863"/>
                  <a:pt x="0" y="3409508"/>
                </a:cubicBezTo>
                <a:cubicBezTo>
                  <a:pt x="-13909" y="3258153"/>
                  <a:pt x="26317" y="2958739"/>
                  <a:pt x="0" y="2843118"/>
                </a:cubicBezTo>
                <a:cubicBezTo>
                  <a:pt x="-26317" y="2727497"/>
                  <a:pt x="19747" y="2396258"/>
                  <a:pt x="0" y="2152398"/>
                </a:cubicBezTo>
                <a:cubicBezTo>
                  <a:pt x="-19747" y="1908538"/>
                  <a:pt x="9671" y="1629767"/>
                  <a:pt x="0" y="1461678"/>
                </a:cubicBezTo>
                <a:cubicBezTo>
                  <a:pt x="-9671" y="1293589"/>
                  <a:pt x="-28987" y="1118416"/>
                  <a:pt x="0" y="833123"/>
                </a:cubicBezTo>
                <a:cubicBezTo>
                  <a:pt x="28987" y="547830"/>
                  <a:pt x="-28595" y="347152"/>
                  <a:pt x="0" y="149311"/>
                </a:cubicBezTo>
                <a:close/>
              </a:path>
              <a:path w="4080664" h="6515099" stroke="0" extrusionOk="0">
                <a:moveTo>
                  <a:pt x="0" y="149311"/>
                </a:moveTo>
                <a:cubicBezTo>
                  <a:pt x="-1727" y="65784"/>
                  <a:pt x="52549" y="5367"/>
                  <a:pt x="149311" y="0"/>
                </a:cubicBezTo>
                <a:cubicBezTo>
                  <a:pt x="345092" y="-19012"/>
                  <a:pt x="524039" y="-4186"/>
                  <a:pt x="855292" y="0"/>
                </a:cubicBezTo>
                <a:cubicBezTo>
                  <a:pt x="1186545" y="4186"/>
                  <a:pt x="1308787" y="8618"/>
                  <a:pt x="1447812" y="0"/>
                </a:cubicBezTo>
                <a:cubicBezTo>
                  <a:pt x="1586837" y="-8618"/>
                  <a:pt x="1764671" y="-10015"/>
                  <a:pt x="2002512" y="0"/>
                </a:cubicBezTo>
                <a:cubicBezTo>
                  <a:pt x="2240353" y="10015"/>
                  <a:pt x="2417356" y="2867"/>
                  <a:pt x="2670672" y="0"/>
                </a:cubicBezTo>
                <a:cubicBezTo>
                  <a:pt x="2923988" y="-2867"/>
                  <a:pt x="3042090" y="16265"/>
                  <a:pt x="3263192" y="0"/>
                </a:cubicBezTo>
                <a:cubicBezTo>
                  <a:pt x="3484294" y="-16265"/>
                  <a:pt x="3653953" y="-16878"/>
                  <a:pt x="3931353" y="0"/>
                </a:cubicBezTo>
                <a:cubicBezTo>
                  <a:pt x="4011775" y="-19455"/>
                  <a:pt x="4075833" y="73562"/>
                  <a:pt x="4080664" y="149311"/>
                </a:cubicBezTo>
                <a:cubicBezTo>
                  <a:pt x="4056268" y="262752"/>
                  <a:pt x="4067064" y="434617"/>
                  <a:pt x="4080664" y="715701"/>
                </a:cubicBezTo>
                <a:cubicBezTo>
                  <a:pt x="4094265" y="996785"/>
                  <a:pt x="4110914" y="1266083"/>
                  <a:pt x="4080664" y="1406421"/>
                </a:cubicBezTo>
                <a:cubicBezTo>
                  <a:pt x="4050414" y="1546759"/>
                  <a:pt x="4072248" y="1803311"/>
                  <a:pt x="4080664" y="2097140"/>
                </a:cubicBezTo>
                <a:cubicBezTo>
                  <a:pt x="4089080" y="2390969"/>
                  <a:pt x="4057508" y="2483041"/>
                  <a:pt x="4080664" y="2725695"/>
                </a:cubicBezTo>
                <a:cubicBezTo>
                  <a:pt x="4103820" y="2968350"/>
                  <a:pt x="4091898" y="3362765"/>
                  <a:pt x="4080664" y="3540745"/>
                </a:cubicBezTo>
                <a:cubicBezTo>
                  <a:pt x="4069431" y="3718725"/>
                  <a:pt x="4081649" y="4005912"/>
                  <a:pt x="4080664" y="4355794"/>
                </a:cubicBezTo>
                <a:cubicBezTo>
                  <a:pt x="4079679" y="4705676"/>
                  <a:pt x="4100114" y="4761116"/>
                  <a:pt x="4080664" y="4922184"/>
                </a:cubicBezTo>
                <a:cubicBezTo>
                  <a:pt x="4061215" y="5083252"/>
                  <a:pt x="4099549" y="5434961"/>
                  <a:pt x="4080664" y="5612904"/>
                </a:cubicBezTo>
                <a:cubicBezTo>
                  <a:pt x="4061779" y="5790847"/>
                  <a:pt x="4079754" y="6089959"/>
                  <a:pt x="4080664" y="6365788"/>
                </a:cubicBezTo>
                <a:cubicBezTo>
                  <a:pt x="4078176" y="6440764"/>
                  <a:pt x="4027498" y="6512319"/>
                  <a:pt x="3931353" y="6515099"/>
                </a:cubicBezTo>
                <a:cubicBezTo>
                  <a:pt x="3795288" y="6535351"/>
                  <a:pt x="3519010" y="6528856"/>
                  <a:pt x="3414474" y="6515099"/>
                </a:cubicBezTo>
                <a:cubicBezTo>
                  <a:pt x="3309938" y="6501342"/>
                  <a:pt x="2894785" y="6530753"/>
                  <a:pt x="2708493" y="6515099"/>
                </a:cubicBezTo>
                <a:cubicBezTo>
                  <a:pt x="2522201" y="6499445"/>
                  <a:pt x="2248059" y="6543625"/>
                  <a:pt x="2078152" y="6515099"/>
                </a:cubicBezTo>
                <a:cubicBezTo>
                  <a:pt x="1908245" y="6486573"/>
                  <a:pt x="1718312" y="6519067"/>
                  <a:pt x="1523453" y="6515099"/>
                </a:cubicBezTo>
                <a:cubicBezTo>
                  <a:pt x="1328594" y="6511131"/>
                  <a:pt x="1043407" y="6544178"/>
                  <a:pt x="893113" y="6515099"/>
                </a:cubicBezTo>
                <a:cubicBezTo>
                  <a:pt x="742819" y="6486020"/>
                  <a:pt x="483189" y="6509315"/>
                  <a:pt x="149311" y="6515099"/>
                </a:cubicBezTo>
                <a:cubicBezTo>
                  <a:pt x="68129" y="6511162"/>
                  <a:pt x="7464" y="6456321"/>
                  <a:pt x="0" y="6365788"/>
                </a:cubicBezTo>
                <a:cubicBezTo>
                  <a:pt x="6416" y="6137017"/>
                  <a:pt x="-23718" y="5853491"/>
                  <a:pt x="0" y="5550739"/>
                </a:cubicBezTo>
                <a:cubicBezTo>
                  <a:pt x="23718" y="5247987"/>
                  <a:pt x="-37323" y="5125783"/>
                  <a:pt x="0" y="4797854"/>
                </a:cubicBezTo>
                <a:cubicBezTo>
                  <a:pt x="37323" y="4469926"/>
                  <a:pt x="17751" y="4385201"/>
                  <a:pt x="0" y="4231464"/>
                </a:cubicBezTo>
                <a:cubicBezTo>
                  <a:pt x="-17751" y="4077727"/>
                  <a:pt x="14727" y="3814283"/>
                  <a:pt x="0" y="3478580"/>
                </a:cubicBezTo>
                <a:cubicBezTo>
                  <a:pt x="-14727" y="3142877"/>
                  <a:pt x="-18260" y="3108841"/>
                  <a:pt x="0" y="2974354"/>
                </a:cubicBezTo>
                <a:cubicBezTo>
                  <a:pt x="18260" y="2839867"/>
                  <a:pt x="-32195" y="2473628"/>
                  <a:pt x="0" y="2221470"/>
                </a:cubicBezTo>
                <a:cubicBezTo>
                  <a:pt x="32195" y="1969312"/>
                  <a:pt x="-8164" y="1820039"/>
                  <a:pt x="0" y="1655080"/>
                </a:cubicBezTo>
                <a:cubicBezTo>
                  <a:pt x="8164" y="1490121"/>
                  <a:pt x="-16266" y="1295172"/>
                  <a:pt x="0" y="1150855"/>
                </a:cubicBezTo>
                <a:cubicBezTo>
                  <a:pt x="16266" y="1006538"/>
                  <a:pt x="-13913" y="638802"/>
                  <a:pt x="0" y="149311"/>
                </a:cubicBezTo>
                <a:close/>
              </a:path>
            </a:pathLst>
          </a:custGeom>
          <a:solidFill>
            <a:srgbClr val="FDF5E2"/>
          </a:solidFill>
          <a:ln w="25400">
            <a:solidFill>
              <a:srgbClr val="BCA16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65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A2B41BA-2B84-E2ED-719F-BDD8D3C0B3BE}"/>
              </a:ext>
            </a:extLst>
          </p:cNvPr>
          <p:cNvGrpSpPr/>
          <p:nvPr/>
        </p:nvGrpSpPr>
        <p:grpSpPr>
          <a:xfrm>
            <a:off x="4096008" y="1022010"/>
            <a:ext cx="3879434" cy="1568467"/>
            <a:chOff x="3622457" y="892174"/>
            <a:chExt cx="3714482" cy="1501776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229CD017-65DB-6CCC-C08F-39CFA658E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5007" y="892174"/>
              <a:ext cx="1318448" cy="1501776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387CAEC3-569D-B6B4-852E-3779F292D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2457" y="911225"/>
              <a:ext cx="1286093" cy="146422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6B8CBF88-4D05-53B5-3DE8-3F9CFB390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5332" y="908050"/>
              <a:ext cx="1031607" cy="1485900"/>
            </a:xfrm>
            <a:prstGeom prst="rect">
              <a:avLst/>
            </a:prstGeom>
          </p:spPr>
        </p:pic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B087DABB-E558-5751-EBB0-F1A662F204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16" y="4624194"/>
            <a:ext cx="2981080" cy="1184615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D11D88CF-B977-8203-71DB-3D1005D270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432" y="5645280"/>
            <a:ext cx="3592459" cy="1073610"/>
          </a:xfrm>
          <a:prstGeom prst="rect">
            <a:avLst/>
          </a:prstGeom>
        </p:spPr>
      </p:pic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8B7B31B-5DA2-B31F-AA77-A96F67A6431B}"/>
              </a:ext>
            </a:extLst>
          </p:cNvPr>
          <p:cNvSpPr/>
          <p:nvPr/>
        </p:nvSpPr>
        <p:spPr>
          <a:xfrm>
            <a:off x="8299848" y="219075"/>
            <a:ext cx="3433965" cy="6553199"/>
          </a:xfrm>
          <a:custGeom>
            <a:avLst/>
            <a:gdLst>
              <a:gd name="csX0" fmla="*/ 0 w 3433965"/>
              <a:gd name="csY0" fmla="*/ 187872 h 6553199"/>
              <a:gd name="csX1" fmla="*/ 187872 w 3433965"/>
              <a:gd name="csY1" fmla="*/ 0 h 6553199"/>
              <a:gd name="csX2" fmla="*/ 860681 w 3433965"/>
              <a:gd name="csY2" fmla="*/ 0 h 6553199"/>
              <a:gd name="csX3" fmla="*/ 1411160 w 3433965"/>
              <a:gd name="csY3" fmla="*/ 0 h 6553199"/>
              <a:gd name="csX4" fmla="*/ 1931058 w 3433965"/>
              <a:gd name="csY4" fmla="*/ 0 h 6553199"/>
              <a:gd name="csX5" fmla="*/ 2481538 w 3433965"/>
              <a:gd name="csY5" fmla="*/ 0 h 6553199"/>
              <a:gd name="csX6" fmla="*/ 3246093 w 3433965"/>
              <a:gd name="csY6" fmla="*/ 0 h 6553199"/>
              <a:gd name="csX7" fmla="*/ 3433965 w 3433965"/>
              <a:gd name="csY7" fmla="*/ 187872 h 6553199"/>
              <a:gd name="csX8" fmla="*/ 3433965 w 3433965"/>
              <a:gd name="csY8" fmla="*/ 688932 h 6553199"/>
              <a:gd name="csX9" fmla="*/ 3433965 w 3433965"/>
              <a:gd name="csY9" fmla="*/ 1375316 h 6553199"/>
              <a:gd name="csX10" fmla="*/ 3433965 w 3433965"/>
              <a:gd name="csY10" fmla="*/ 2185249 h 6553199"/>
              <a:gd name="csX11" fmla="*/ 3433965 w 3433965"/>
              <a:gd name="csY11" fmla="*/ 2933408 h 6553199"/>
              <a:gd name="csX12" fmla="*/ 3433965 w 3433965"/>
              <a:gd name="csY12" fmla="*/ 3558017 h 6553199"/>
              <a:gd name="csX13" fmla="*/ 3433965 w 3433965"/>
              <a:gd name="csY13" fmla="*/ 4306175 h 6553199"/>
              <a:gd name="csX14" fmla="*/ 3433965 w 3433965"/>
              <a:gd name="csY14" fmla="*/ 4869010 h 6553199"/>
              <a:gd name="csX15" fmla="*/ 3433965 w 3433965"/>
              <a:gd name="csY15" fmla="*/ 5555394 h 6553199"/>
              <a:gd name="csX16" fmla="*/ 3433965 w 3433965"/>
              <a:gd name="csY16" fmla="*/ 6365327 h 6553199"/>
              <a:gd name="csX17" fmla="*/ 3246093 w 3433965"/>
              <a:gd name="csY17" fmla="*/ 6553199 h 6553199"/>
              <a:gd name="csX18" fmla="*/ 2603867 w 3433965"/>
              <a:gd name="csY18" fmla="*/ 6553199 h 6553199"/>
              <a:gd name="csX19" fmla="*/ 2022805 w 3433965"/>
              <a:gd name="csY19" fmla="*/ 6553199 h 6553199"/>
              <a:gd name="csX20" fmla="*/ 1472325 w 3433965"/>
              <a:gd name="csY20" fmla="*/ 6553199 h 6553199"/>
              <a:gd name="csX21" fmla="*/ 860681 w 3433965"/>
              <a:gd name="csY21" fmla="*/ 6553199 h 6553199"/>
              <a:gd name="csX22" fmla="*/ 187872 w 3433965"/>
              <a:gd name="csY22" fmla="*/ 6553199 h 6553199"/>
              <a:gd name="csX23" fmla="*/ 0 w 3433965"/>
              <a:gd name="csY23" fmla="*/ 6365327 h 6553199"/>
              <a:gd name="csX24" fmla="*/ 0 w 3433965"/>
              <a:gd name="csY24" fmla="*/ 5864267 h 6553199"/>
              <a:gd name="csX25" fmla="*/ 0 w 3433965"/>
              <a:gd name="csY25" fmla="*/ 5116108 h 6553199"/>
              <a:gd name="csX26" fmla="*/ 0 w 3433965"/>
              <a:gd name="csY26" fmla="*/ 4553274 h 6553199"/>
              <a:gd name="csX27" fmla="*/ 0 w 3433965"/>
              <a:gd name="csY27" fmla="*/ 3805115 h 6553199"/>
              <a:gd name="csX28" fmla="*/ 0 w 3433965"/>
              <a:gd name="csY28" fmla="*/ 3180506 h 6553199"/>
              <a:gd name="csX29" fmla="*/ 0 w 3433965"/>
              <a:gd name="csY29" fmla="*/ 2617671 h 6553199"/>
              <a:gd name="csX30" fmla="*/ 0 w 3433965"/>
              <a:gd name="csY30" fmla="*/ 2116611 h 6553199"/>
              <a:gd name="csX31" fmla="*/ 0 w 3433965"/>
              <a:gd name="csY31" fmla="*/ 1553776 h 6553199"/>
              <a:gd name="csX32" fmla="*/ 0 w 3433965"/>
              <a:gd name="csY32" fmla="*/ 990941 h 6553199"/>
              <a:gd name="csX33" fmla="*/ 0 w 3433965"/>
              <a:gd name="csY33" fmla="*/ 187872 h 655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3433965" h="6553199" fill="none" extrusionOk="0">
                <a:moveTo>
                  <a:pt x="0" y="187872"/>
                </a:moveTo>
                <a:cubicBezTo>
                  <a:pt x="-20109" y="95389"/>
                  <a:pt x="91735" y="20651"/>
                  <a:pt x="187872" y="0"/>
                </a:cubicBezTo>
                <a:cubicBezTo>
                  <a:pt x="466099" y="15122"/>
                  <a:pt x="577796" y="2923"/>
                  <a:pt x="860681" y="0"/>
                </a:cubicBezTo>
                <a:cubicBezTo>
                  <a:pt x="1143566" y="-2923"/>
                  <a:pt x="1209731" y="-17133"/>
                  <a:pt x="1411160" y="0"/>
                </a:cubicBezTo>
                <a:cubicBezTo>
                  <a:pt x="1612589" y="17133"/>
                  <a:pt x="1742146" y="12542"/>
                  <a:pt x="1931058" y="0"/>
                </a:cubicBezTo>
                <a:cubicBezTo>
                  <a:pt x="2119970" y="-12542"/>
                  <a:pt x="2273173" y="-17186"/>
                  <a:pt x="2481538" y="0"/>
                </a:cubicBezTo>
                <a:cubicBezTo>
                  <a:pt x="2689903" y="17186"/>
                  <a:pt x="2865857" y="-9145"/>
                  <a:pt x="3246093" y="0"/>
                </a:cubicBezTo>
                <a:cubicBezTo>
                  <a:pt x="3334056" y="1894"/>
                  <a:pt x="3448331" y="99202"/>
                  <a:pt x="3433965" y="187872"/>
                </a:cubicBezTo>
                <a:cubicBezTo>
                  <a:pt x="3442819" y="365296"/>
                  <a:pt x="3410207" y="553623"/>
                  <a:pt x="3433965" y="688932"/>
                </a:cubicBezTo>
                <a:cubicBezTo>
                  <a:pt x="3457723" y="824241"/>
                  <a:pt x="3405355" y="1060690"/>
                  <a:pt x="3433965" y="1375316"/>
                </a:cubicBezTo>
                <a:cubicBezTo>
                  <a:pt x="3462575" y="1689942"/>
                  <a:pt x="3404868" y="1903927"/>
                  <a:pt x="3433965" y="2185249"/>
                </a:cubicBezTo>
                <a:cubicBezTo>
                  <a:pt x="3463062" y="2466571"/>
                  <a:pt x="3405400" y="2672799"/>
                  <a:pt x="3433965" y="2933408"/>
                </a:cubicBezTo>
                <a:cubicBezTo>
                  <a:pt x="3462530" y="3194017"/>
                  <a:pt x="3429621" y="3388973"/>
                  <a:pt x="3433965" y="3558017"/>
                </a:cubicBezTo>
                <a:cubicBezTo>
                  <a:pt x="3438309" y="3727061"/>
                  <a:pt x="3424058" y="4123578"/>
                  <a:pt x="3433965" y="4306175"/>
                </a:cubicBezTo>
                <a:cubicBezTo>
                  <a:pt x="3443872" y="4488772"/>
                  <a:pt x="3439585" y="4615253"/>
                  <a:pt x="3433965" y="4869010"/>
                </a:cubicBezTo>
                <a:cubicBezTo>
                  <a:pt x="3428345" y="5122767"/>
                  <a:pt x="3409592" y="5223579"/>
                  <a:pt x="3433965" y="5555394"/>
                </a:cubicBezTo>
                <a:cubicBezTo>
                  <a:pt x="3458338" y="5887209"/>
                  <a:pt x="3396213" y="6132215"/>
                  <a:pt x="3433965" y="6365327"/>
                </a:cubicBezTo>
                <a:cubicBezTo>
                  <a:pt x="3442242" y="6456199"/>
                  <a:pt x="3362993" y="6542858"/>
                  <a:pt x="3246093" y="6553199"/>
                </a:cubicBezTo>
                <a:cubicBezTo>
                  <a:pt x="3116459" y="6530374"/>
                  <a:pt x="2822531" y="6543767"/>
                  <a:pt x="2603867" y="6553199"/>
                </a:cubicBezTo>
                <a:cubicBezTo>
                  <a:pt x="2385203" y="6562631"/>
                  <a:pt x="2230557" y="6556895"/>
                  <a:pt x="2022805" y="6553199"/>
                </a:cubicBezTo>
                <a:cubicBezTo>
                  <a:pt x="1815053" y="6549503"/>
                  <a:pt x="1701283" y="6563522"/>
                  <a:pt x="1472325" y="6553199"/>
                </a:cubicBezTo>
                <a:cubicBezTo>
                  <a:pt x="1243367" y="6542876"/>
                  <a:pt x="1112241" y="6557481"/>
                  <a:pt x="860681" y="6553199"/>
                </a:cubicBezTo>
                <a:cubicBezTo>
                  <a:pt x="609121" y="6548917"/>
                  <a:pt x="382253" y="6554613"/>
                  <a:pt x="187872" y="6553199"/>
                </a:cubicBezTo>
                <a:cubicBezTo>
                  <a:pt x="88198" y="6549841"/>
                  <a:pt x="782" y="6446275"/>
                  <a:pt x="0" y="6365327"/>
                </a:cubicBezTo>
                <a:cubicBezTo>
                  <a:pt x="-23632" y="6205094"/>
                  <a:pt x="-11755" y="6049759"/>
                  <a:pt x="0" y="5864267"/>
                </a:cubicBezTo>
                <a:cubicBezTo>
                  <a:pt x="11755" y="5678775"/>
                  <a:pt x="-35477" y="5327663"/>
                  <a:pt x="0" y="5116108"/>
                </a:cubicBezTo>
                <a:cubicBezTo>
                  <a:pt x="35477" y="4904553"/>
                  <a:pt x="-13288" y="4733238"/>
                  <a:pt x="0" y="4553274"/>
                </a:cubicBezTo>
                <a:cubicBezTo>
                  <a:pt x="13288" y="4373310"/>
                  <a:pt x="-21385" y="4012657"/>
                  <a:pt x="0" y="3805115"/>
                </a:cubicBezTo>
                <a:cubicBezTo>
                  <a:pt x="21385" y="3597573"/>
                  <a:pt x="-6274" y="3460377"/>
                  <a:pt x="0" y="3180506"/>
                </a:cubicBezTo>
                <a:cubicBezTo>
                  <a:pt x="6274" y="2900635"/>
                  <a:pt x="-24615" y="2752163"/>
                  <a:pt x="0" y="2617671"/>
                </a:cubicBezTo>
                <a:cubicBezTo>
                  <a:pt x="24615" y="2483179"/>
                  <a:pt x="16299" y="2243674"/>
                  <a:pt x="0" y="2116611"/>
                </a:cubicBezTo>
                <a:cubicBezTo>
                  <a:pt x="-16299" y="1989548"/>
                  <a:pt x="-11512" y="1734652"/>
                  <a:pt x="0" y="1553776"/>
                </a:cubicBezTo>
                <a:cubicBezTo>
                  <a:pt x="11512" y="1372901"/>
                  <a:pt x="19759" y="1138399"/>
                  <a:pt x="0" y="990941"/>
                </a:cubicBezTo>
                <a:cubicBezTo>
                  <a:pt x="-19759" y="843483"/>
                  <a:pt x="4010" y="517107"/>
                  <a:pt x="0" y="187872"/>
                </a:cubicBezTo>
                <a:close/>
              </a:path>
              <a:path w="3433965" h="6553199" stroke="0" extrusionOk="0">
                <a:moveTo>
                  <a:pt x="0" y="187872"/>
                </a:moveTo>
                <a:cubicBezTo>
                  <a:pt x="-12791" y="76223"/>
                  <a:pt x="64198" y="7474"/>
                  <a:pt x="187872" y="0"/>
                </a:cubicBezTo>
                <a:cubicBezTo>
                  <a:pt x="398862" y="8366"/>
                  <a:pt x="645577" y="9275"/>
                  <a:pt x="860681" y="0"/>
                </a:cubicBezTo>
                <a:cubicBezTo>
                  <a:pt x="1075785" y="-9275"/>
                  <a:pt x="1237423" y="-1204"/>
                  <a:pt x="1441743" y="0"/>
                </a:cubicBezTo>
                <a:cubicBezTo>
                  <a:pt x="1646063" y="1204"/>
                  <a:pt x="1837535" y="-11911"/>
                  <a:pt x="1992222" y="0"/>
                </a:cubicBezTo>
                <a:cubicBezTo>
                  <a:pt x="2146909" y="11911"/>
                  <a:pt x="2366858" y="-14247"/>
                  <a:pt x="2634449" y="0"/>
                </a:cubicBezTo>
                <a:cubicBezTo>
                  <a:pt x="2902040" y="14247"/>
                  <a:pt x="3028995" y="22588"/>
                  <a:pt x="3246093" y="0"/>
                </a:cubicBezTo>
                <a:cubicBezTo>
                  <a:pt x="3356346" y="-10568"/>
                  <a:pt x="3419305" y="96996"/>
                  <a:pt x="3433965" y="187872"/>
                </a:cubicBezTo>
                <a:cubicBezTo>
                  <a:pt x="3446314" y="502186"/>
                  <a:pt x="3440600" y="596309"/>
                  <a:pt x="3433965" y="874256"/>
                </a:cubicBezTo>
                <a:cubicBezTo>
                  <a:pt x="3427330" y="1152203"/>
                  <a:pt x="3420169" y="1231917"/>
                  <a:pt x="3433965" y="1375316"/>
                </a:cubicBezTo>
                <a:cubicBezTo>
                  <a:pt x="3447761" y="1518715"/>
                  <a:pt x="3420509" y="1867477"/>
                  <a:pt x="3433965" y="2061700"/>
                </a:cubicBezTo>
                <a:cubicBezTo>
                  <a:pt x="3447421" y="2255923"/>
                  <a:pt x="3432546" y="2493207"/>
                  <a:pt x="3433965" y="2748084"/>
                </a:cubicBezTo>
                <a:cubicBezTo>
                  <a:pt x="3435384" y="3002961"/>
                  <a:pt x="3403993" y="3124625"/>
                  <a:pt x="3433965" y="3372693"/>
                </a:cubicBezTo>
                <a:cubicBezTo>
                  <a:pt x="3463937" y="3620761"/>
                  <a:pt x="3408910" y="3946383"/>
                  <a:pt x="3433965" y="4182626"/>
                </a:cubicBezTo>
                <a:cubicBezTo>
                  <a:pt x="3459020" y="4418869"/>
                  <a:pt x="3440382" y="4711218"/>
                  <a:pt x="3433965" y="4992559"/>
                </a:cubicBezTo>
                <a:cubicBezTo>
                  <a:pt x="3427548" y="5273900"/>
                  <a:pt x="3420236" y="5349937"/>
                  <a:pt x="3433965" y="5555394"/>
                </a:cubicBezTo>
                <a:cubicBezTo>
                  <a:pt x="3447694" y="5760852"/>
                  <a:pt x="3468449" y="5987757"/>
                  <a:pt x="3433965" y="6365327"/>
                </a:cubicBezTo>
                <a:cubicBezTo>
                  <a:pt x="3424469" y="6449729"/>
                  <a:pt x="3351712" y="6528036"/>
                  <a:pt x="3246093" y="6553199"/>
                </a:cubicBezTo>
                <a:cubicBezTo>
                  <a:pt x="3063499" y="6534358"/>
                  <a:pt x="2861646" y="6539442"/>
                  <a:pt x="2603867" y="6553199"/>
                </a:cubicBezTo>
                <a:cubicBezTo>
                  <a:pt x="2346088" y="6566956"/>
                  <a:pt x="2282718" y="6536396"/>
                  <a:pt x="2053387" y="6553199"/>
                </a:cubicBezTo>
                <a:cubicBezTo>
                  <a:pt x="1824056" y="6570002"/>
                  <a:pt x="1696258" y="6528501"/>
                  <a:pt x="1380578" y="6553199"/>
                </a:cubicBezTo>
                <a:cubicBezTo>
                  <a:pt x="1064898" y="6577897"/>
                  <a:pt x="918943" y="6577817"/>
                  <a:pt x="768934" y="6553199"/>
                </a:cubicBezTo>
                <a:cubicBezTo>
                  <a:pt x="618925" y="6528581"/>
                  <a:pt x="396482" y="6526917"/>
                  <a:pt x="187872" y="6553199"/>
                </a:cubicBezTo>
                <a:cubicBezTo>
                  <a:pt x="83294" y="6531116"/>
                  <a:pt x="16386" y="6472503"/>
                  <a:pt x="0" y="6365327"/>
                </a:cubicBezTo>
                <a:cubicBezTo>
                  <a:pt x="33939" y="6043068"/>
                  <a:pt x="-18368" y="5907831"/>
                  <a:pt x="0" y="5678943"/>
                </a:cubicBezTo>
                <a:cubicBezTo>
                  <a:pt x="18368" y="5450055"/>
                  <a:pt x="28825" y="5146322"/>
                  <a:pt x="0" y="4992559"/>
                </a:cubicBezTo>
                <a:cubicBezTo>
                  <a:pt x="-28825" y="4838796"/>
                  <a:pt x="152" y="4691861"/>
                  <a:pt x="0" y="4429724"/>
                </a:cubicBezTo>
                <a:cubicBezTo>
                  <a:pt x="-152" y="4167588"/>
                  <a:pt x="-36645" y="3833502"/>
                  <a:pt x="0" y="3681566"/>
                </a:cubicBezTo>
                <a:cubicBezTo>
                  <a:pt x="36645" y="3529630"/>
                  <a:pt x="24515" y="3311393"/>
                  <a:pt x="0" y="3118731"/>
                </a:cubicBezTo>
                <a:cubicBezTo>
                  <a:pt x="-24515" y="2926069"/>
                  <a:pt x="21156" y="2628440"/>
                  <a:pt x="0" y="2370573"/>
                </a:cubicBezTo>
                <a:cubicBezTo>
                  <a:pt x="-21156" y="2112706"/>
                  <a:pt x="-23951" y="2052104"/>
                  <a:pt x="0" y="1869513"/>
                </a:cubicBezTo>
                <a:cubicBezTo>
                  <a:pt x="23951" y="1686922"/>
                  <a:pt x="3830" y="1280181"/>
                  <a:pt x="0" y="1121354"/>
                </a:cubicBezTo>
                <a:cubicBezTo>
                  <a:pt x="-3830" y="962527"/>
                  <a:pt x="22159" y="570138"/>
                  <a:pt x="0" y="187872"/>
                </a:cubicBezTo>
                <a:close/>
              </a:path>
            </a:pathLst>
          </a:custGeom>
          <a:solidFill>
            <a:srgbClr val="F1F8E7"/>
          </a:solidFill>
          <a:ln w="25400">
            <a:solidFill>
              <a:srgbClr val="236824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54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8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6D69A8-8514-2320-5E45-DD8720C35418}"/>
              </a:ext>
            </a:extLst>
          </p:cNvPr>
          <p:cNvSpPr txBox="1"/>
          <p:nvPr/>
        </p:nvSpPr>
        <p:spPr>
          <a:xfrm>
            <a:off x="850625" y="226548"/>
            <a:ext cx="1922321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89" b="1" dirty="0">
                <a:latin typeface="Ink Free" panose="03080402000500000000" pitchFamily="66" charset="0"/>
              </a:rPr>
              <a:t>Diagnosis Suite</a:t>
            </a:r>
            <a:endParaRPr lang="zh-CN" altLang="en-US" sz="2089" b="1" dirty="0">
              <a:latin typeface="Ink Free" panose="03080402000500000000" pitchFamily="66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2461970-06C0-9D67-A202-673191748B49}"/>
              </a:ext>
            </a:extLst>
          </p:cNvPr>
          <p:cNvSpPr txBox="1"/>
          <p:nvPr/>
        </p:nvSpPr>
        <p:spPr>
          <a:xfrm>
            <a:off x="297878" y="611446"/>
            <a:ext cx="779381" cy="317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62" b="1" dirty="0">
                <a:latin typeface="Ink Free" panose="03080402000500000000" pitchFamily="66" charset="0"/>
              </a:rPr>
              <a:t>Prompt</a:t>
            </a:r>
            <a:endParaRPr lang="zh-CN" altLang="en-US" sz="1462" b="1" dirty="0">
              <a:latin typeface="Ink Free" panose="03080402000500000000" pitchFamily="66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D11DB96-5B23-BA24-0717-4AF5110132A0}"/>
              </a:ext>
            </a:extLst>
          </p:cNvPr>
          <p:cNvSpPr txBox="1"/>
          <p:nvPr/>
        </p:nvSpPr>
        <p:spPr>
          <a:xfrm>
            <a:off x="1611734" y="631704"/>
            <a:ext cx="1483098" cy="317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62" b="1" dirty="0">
                <a:latin typeface="Ink Free" panose="03080402000500000000" pitchFamily="66" charset="0"/>
              </a:rPr>
              <a:t>Generated Video</a:t>
            </a:r>
            <a:endParaRPr lang="zh-CN" altLang="en-US" sz="1462" b="1" dirty="0">
              <a:latin typeface="Ink Free" panose="03080402000500000000" pitchFamily="66" charset="0"/>
            </a:endParaRPr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B47C31EE-78AB-6A67-DBC7-23BC73862F8F}"/>
              </a:ext>
            </a:extLst>
          </p:cNvPr>
          <p:cNvGrpSpPr/>
          <p:nvPr/>
        </p:nvGrpSpPr>
        <p:grpSpPr>
          <a:xfrm>
            <a:off x="1276432" y="966708"/>
            <a:ext cx="2368468" cy="1132080"/>
            <a:chOff x="1073958" y="766879"/>
            <a:chExt cx="2170890" cy="1083944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5FDD42-8C94-09CF-B790-399A62A25BC4}"/>
                </a:ext>
              </a:extLst>
            </p:cNvPr>
            <p:cNvGrpSpPr/>
            <p:nvPr/>
          </p:nvGrpSpPr>
          <p:grpSpPr>
            <a:xfrm>
              <a:off x="1134162" y="766879"/>
              <a:ext cx="2110686" cy="811913"/>
              <a:chOff x="699983" y="2644134"/>
              <a:chExt cx="2291612" cy="721435"/>
            </a:xfrm>
          </p:grpSpPr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81AD4F63-367B-DDED-4566-35EF54B0B1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5390" y="2644398"/>
                <a:ext cx="576205" cy="72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  <a:effectLst>
                <a:softEdge rad="12700"/>
              </a:effectLst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BE697DAD-9F8D-3260-AC13-2616E108F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8416" y="2644134"/>
                <a:ext cx="576206" cy="72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  <a:effectLst>
                <a:softEdge rad="12700"/>
              </a:effectLst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777ADC8B-42FC-BBEC-2655-369FC7C4E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71785" y="2644549"/>
                <a:ext cx="576205" cy="72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  <a:effectLst>
                <a:softEdge rad="12700"/>
              </a:effectLst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C218507-9F2E-B8CD-99BD-CD2B617D8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983" y="2645569"/>
                <a:ext cx="576205" cy="72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  <a:effectLst>
                <a:softEdge rad="12700"/>
              </a:effectLst>
            </p:spPr>
          </p:pic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C8F9F72-3878-409F-10CA-6287AF3E2490}"/>
                </a:ext>
              </a:extLst>
            </p:cNvPr>
            <p:cNvSpPr txBox="1"/>
            <p:nvPr/>
          </p:nvSpPr>
          <p:spPr>
            <a:xfrm>
              <a:off x="1073958" y="1575033"/>
              <a:ext cx="509875" cy="27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MV Boli" panose="02000500030200090000" pitchFamily="2" charset="0"/>
                  <a:cs typeface="MV Boli" panose="02000500030200090000" pitchFamily="2" charset="0"/>
                </a:rPr>
                <a:t>t=0s</a:t>
              </a:r>
              <a:endParaRPr lang="zh-CN" altLang="en-US" sz="1253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FC10479D-6F42-41D6-F9BF-C9457356867E}"/>
                </a:ext>
              </a:extLst>
            </p:cNvPr>
            <p:cNvSpPr txBox="1"/>
            <p:nvPr/>
          </p:nvSpPr>
          <p:spPr>
            <a:xfrm>
              <a:off x="1640493" y="1565104"/>
              <a:ext cx="505271" cy="27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MV Boli" panose="02000500030200090000" pitchFamily="2" charset="0"/>
                  <a:cs typeface="MV Boli" panose="02000500030200090000" pitchFamily="2" charset="0"/>
                </a:rPr>
                <a:t>t=2s</a:t>
              </a:r>
              <a:endParaRPr lang="zh-CN" altLang="en-US" sz="1253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7B1A76-4345-1524-E87C-5427D6A13768}"/>
                </a:ext>
              </a:extLst>
            </p:cNvPr>
            <p:cNvSpPr txBox="1"/>
            <p:nvPr/>
          </p:nvSpPr>
          <p:spPr>
            <a:xfrm>
              <a:off x="2149071" y="1571454"/>
              <a:ext cx="506806" cy="27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MV Boli" panose="02000500030200090000" pitchFamily="2" charset="0"/>
                  <a:cs typeface="MV Boli" panose="02000500030200090000" pitchFamily="2" charset="0"/>
                </a:rPr>
                <a:t>t=4s</a:t>
              </a:r>
              <a:endParaRPr lang="zh-CN" altLang="en-US" sz="1253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0F8E4D3-4B84-A679-0C6D-3601AE330DBF}"/>
                </a:ext>
              </a:extLst>
            </p:cNvPr>
            <p:cNvSpPr txBox="1"/>
            <p:nvPr/>
          </p:nvSpPr>
          <p:spPr>
            <a:xfrm>
              <a:off x="2670810" y="1577804"/>
              <a:ext cx="505271" cy="27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MV Boli" panose="02000500030200090000" pitchFamily="2" charset="0"/>
                  <a:cs typeface="MV Boli" panose="02000500030200090000" pitchFamily="2" charset="0"/>
                </a:rPr>
                <a:t>t=6s</a:t>
              </a:r>
              <a:endParaRPr lang="zh-CN" altLang="en-US" sz="1253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16E2B28A-EF31-6FFD-E952-2CB1AE199492}"/>
              </a:ext>
            </a:extLst>
          </p:cNvPr>
          <p:cNvSpPr txBox="1"/>
          <p:nvPr/>
        </p:nvSpPr>
        <p:spPr>
          <a:xfrm>
            <a:off x="223952" y="977770"/>
            <a:ext cx="1030252" cy="96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40" b="1" dirty="0">
                <a:latin typeface="Segoe Print" panose="02000600000000000000" pitchFamily="2" charset="0"/>
                <a:cs typeface="MV Boli" panose="02000500030200090000" pitchFamily="2" charset="0"/>
              </a:rPr>
              <a:t>A man in a blue hoodie jogging in the </a:t>
            </a:r>
            <a:r>
              <a:rPr lang="en-US" altLang="zh-CN" sz="940" b="1" dirty="0" err="1">
                <a:latin typeface="Segoe Print" panose="02000600000000000000" pitchFamily="2" charset="0"/>
                <a:cs typeface="MV Boli" panose="02000500030200090000" pitchFamily="2" charset="0"/>
              </a:rPr>
              <a:t>park,holding</a:t>
            </a:r>
            <a:r>
              <a:rPr lang="en-US" altLang="zh-CN" sz="940" b="1" dirty="0">
                <a:latin typeface="Segoe Print" panose="02000600000000000000" pitchFamily="2" charset="0"/>
                <a:cs typeface="MV Boli" panose="02000500030200090000" pitchFamily="2" charset="0"/>
              </a:rPr>
              <a:t> a red water bottle</a:t>
            </a:r>
            <a:endParaRPr lang="zh-CN" altLang="en-US" sz="940" b="1" dirty="0">
              <a:latin typeface="Segoe Print" panose="02000600000000000000" pitchFamily="2" charset="0"/>
              <a:cs typeface="MV Boli" panose="02000500030200090000" pitchFamily="2" charset="0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616B417-AE88-2B4B-37D7-F7121AF50A09}"/>
              </a:ext>
            </a:extLst>
          </p:cNvPr>
          <p:cNvGrpSpPr/>
          <p:nvPr/>
        </p:nvGrpSpPr>
        <p:grpSpPr>
          <a:xfrm>
            <a:off x="680293" y="2226372"/>
            <a:ext cx="2795568" cy="1039830"/>
            <a:chOff x="371299" y="1878678"/>
            <a:chExt cx="2676701" cy="995617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0C6E3B2F-CAFB-47BA-3511-D0C648A6220D}"/>
                </a:ext>
              </a:extLst>
            </p:cNvPr>
            <p:cNvGrpSpPr/>
            <p:nvPr/>
          </p:nvGrpSpPr>
          <p:grpSpPr>
            <a:xfrm>
              <a:off x="377291" y="1878678"/>
              <a:ext cx="2607895" cy="995617"/>
              <a:chOff x="377291" y="1878678"/>
              <a:chExt cx="2607895" cy="995617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3534A6ED-7F52-443D-17A0-A454A5B1569B}"/>
                  </a:ext>
                </a:extLst>
              </p:cNvPr>
              <p:cNvGrpSpPr/>
              <p:nvPr/>
            </p:nvGrpSpPr>
            <p:grpSpPr>
              <a:xfrm>
                <a:off x="377291" y="2073531"/>
                <a:ext cx="2607895" cy="800764"/>
                <a:chOff x="935491" y="1044574"/>
                <a:chExt cx="2607895" cy="800764"/>
              </a:xfrm>
            </p:grpSpPr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D709DA68-C477-E293-66F4-7AA2DD5F0800}"/>
                    </a:ext>
                  </a:extLst>
                </p:cNvPr>
                <p:cNvSpPr/>
                <p:nvPr/>
              </p:nvSpPr>
              <p:spPr>
                <a:xfrm>
                  <a:off x="935491" y="1044574"/>
                  <a:ext cx="2607895" cy="800764"/>
                </a:xfrm>
                <a:prstGeom prst="roundRect">
                  <a:avLst>
                    <a:gd name="adj" fmla="val 9220"/>
                  </a:avLst>
                </a:prstGeom>
                <a:noFill/>
                <a:ln>
                  <a:solidFill>
                    <a:srgbClr val="6274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80"/>
                </a:p>
              </p:txBody>
            </p:sp>
            <p:grpSp>
              <p:nvGrpSpPr>
                <p:cNvPr id="67" name="组合 66">
                  <a:extLst>
                    <a:ext uri="{FF2B5EF4-FFF2-40B4-BE49-F238E27FC236}">
                      <a16:creationId xmlns:a16="http://schemas.microsoft.com/office/drawing/2014/main" id="{B5B41E6E-820F-4292-67BE-1AA6B0C455B3}"/>
                    </a:ext>
                  </a:extLst>
                </p:cNvPr>
                <p:cNvGrpSpPr/>
                <p:nvPr/>
              </p:nvGrpSpPr>
              <p:grpSpPr>
                <a:xfrm>
                  <a:off x="2927281" y="1174191"/>
                  <a:ext cx="518644" cy="615533"/>
                  <a:chOff x="2368481" y="2069541"/>
                  <a:chExt cx="518644" cy="615533"/>
                </a:xfrm>
              </p:grpSpPr>
              <p:pic>
                <p:nvPicPr>
                  <p:cNvPr id="77" name="图片 76">
                    <a:extLst>
                      <a:ext uri="{FF2B5EF4-FFF2-40B4-BE49-F238E27FC236}">
                        <a16:creationId xmlns:a16="http://schemas.microsoft.com/office/drawing/2014/main" id="{A35F6B6A-D76D-4C79-A41D-84651F3C76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634" t="12335" r="14285" b="13295"/>
                  <a:stretch>
                    <a:fillRect/>
                  </a:stretch>
                </p:blipFill>
                <p:spPr>
                  <a:xfrm>
                    <a:off x="2471010" y="2119588"/>
                    <a:ext cx="330118" cy="340598"/>
                  </a:xfrm>
                  <a:prstGeom prst="rect">
                    <a:avLst/>
                  </a:prstGeom>
                </p:spPr>
              </p:pic>
              <p:sp>
                <p:nvSpPr>
                  <p:cNvPr id="78" name="矩形: 圆角 77">
                    <a:extLst>
                      <a:ext uri="{FF2B5EF4-FFF2-40B4-BE49-F238E27FC236}">
                        <a16:creationId xmlns:a16="http://schemas.microsoft.com/office/drawing/2014/main" id="{BD616F7C-DE1B-ECF0-310B-AA9B9728BD73}"/>
                      </a:ext>
                    </a:extLst>
                  </p:cNvPr>
                  <p:cNvSpPr/>
                  <p:nvPr/>
                </p:nvSpPr>
                <p:spPr>
                  <a:xfrm>
                    <a:off x="2368481" y="2069541"/>
                    <a:ext cx="518644" cy="615533"/>
                  </a:xfrm>
                  <a:prstGeom prst="roundRect">
                    <a:avLst/>
                  </a:prstGeom>
                  <a:no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880"/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:a16="http://schemas.microsoft.com/office/drawing/2014/main" id="{3B6AA70D-5076-FDC8-C679-E911F1475BEA}"/>
                    </a:ext>
                  </a:extLst>
                </p:cNvPr>
                <p:cNvGrpSpPr/>
                <p:nvPr/>
              </p:nvGrpSpPr>
              <p:grpSpPr>
                <a:xfrm>
                  <a:off x="1010011" y="1185342"/>
                  <a:ext cx="518644" cy="615533"/>
                  <a:chOff x="473436" y="2055292"/>
                  <a:chExt cx="518644" cy="615533"/>
                </a:xfrm>
              </p:grpSpPr>
              <p:pic>
                <p:nvPicPr>
                  <p:cNvPr id="75" name="图片 74">
                    <a:extLst>
                      <a:ext uri="{FF2B5EF4-FFF2-40B4-BE49-F238E27FC236}">
                        <a16:creationId xmlns:a16="http://schemas.microsoft.com/office/drawing/2014/main" id="{9C6B9461-CFFD-AAD5-F648-1E3E2A76AF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7846" t="11535" r="19232" b="16649"/>
                  <a:stretch>
                    <a:fillRect/>
                  </a:stretch>
                </p:blipFill>
                <p:spPr>
                  <a:xfrm>
                    <a:off x="561328" y="2086637"/>
                    <a:ext cx="376608" cy="429840"/>
                  </a:xfrm>
                  <a:prstGeom prst="rect">
                    <a:avLst/>
                  </a:prstGeom>
                </p:spPr>
              </p:pic>
              <p:sp>
                <p:nvSpPr>
                  <p:cNvPr id="76" name="矩形: 圆角 75">
                    <a:extLst>
                      <a:ext uri="{FF2B5EF4-FFF2-40B4-BE49-F238E27FC236}">
                        <a16:creationId xmlns:a16="http://schemas.microsoft.com/office/drawing/2014/main" id="{C86D741F-EA97-B10D-3B13-CFD02C45EF96}"/>
                      </a:ext>
                    </a:extLst>
                  </p:cNvPr>
                  <p:cNvSpPr/>
                  <p:nvPr/>
                </p:nvSpPr>
                <p:spPr>
                  <a:xfrm>
                    <a:off x="473436" y="2055292"/>
                    <a:ext cx="518644" cy="615533"/>
                  </a:xfrm>
                  <a:prstGeom prst="roundRect">
                    <a:avLst/>
                  </a:prstGeom>
                  <a:no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880"/>
                  </a:p>
                </p:txBody>
              </p:sp>
            </p:grpSp>
            <p:grpSp>
              <p:nvGrpSpPr>
                <p:cNvPr id="69" name="组合 68">
                  <a:extLst>
                    <a:ext uri="{FF2B5EF4-FFF2-40B4-BE49-F238E27FC236}">
                      <a16:creationId xmlns:a16="http://schemas.microsoft.com/office/drawing/2014/main" id="{E8006996-691A-AB03-039A-7262CCFC5A5D}"/>
                    </a:ext>
                  </a:extLst>
                </p:cNvPr>
                <p:cNvGrpSpPr/>
                <p:nvPr/>
              </p:nvGrpSpPr>
              <p:grpSpPr>
                <a:xfrm>
                  <a:off x="1651218" y="1179968"/>
                  <a:ext cx="518644" cy="615533"/>
                  <a:chOff x="1105118" y="2046743"/>
                  <a:chExt cx="518644" cy="615533"/>
                </a:xfrm>
              </p:grpSpPr>
              <p:pic>
                <p:nvPicPr>
                  <p:cNvPr id="73" name="图片 72">
                    <a:extLst>
                      <a:ext uri="{FF2B5EF4-FFF2-40B4-BE49-F238E27FC236}">
                        <a16:creationId xmlns:a16="http://schemas.microsoft.com/office/drawing/2014/main" id="{50724DEF-1678-F41B-E0C8-5313247B9B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2037" t="10298" r="18467" b="16477"/>
                  <a:stretch>
                    <a:fillRect/>
                  </a:stretch>
                </p:blipFill>
                <p:spPr>
                  <a:xfrm>
                    <a:off x="1219298" y="2115492"/>
                    <a:ext cx="296368" cy="364761"/>
                  </a:xfrm>
                  <a:prstGeom prst="rect">
                    <a:avLst/>
                  </a:prstGeom>
                </p:spPr>
              </p:pic>
              <p:sp>
                <p:nvSpPr>
                  <p:cNvPr id="74" name="矩形: 圆角 73">
                    <a:extLst>
                      <a:ext uri="{FF2B5EF4-FFF2-40B4-BE49-F238E27FC236}">
                        <a16:creationId xmlns:a16="http://schemas.microsoft.com/office/drawing/2014/main" id="{658B822F-5A8E-2484-902E-38B438BDE501}"/>
                      </a:ext>
                    </a:extLst>
                  </p:cNvPr>
                  <p:cNvSpPr/>
                  <p:nvPr/>
                </p:nvSpPr>
                <p:spPr>
                  <a:xfrm>
                    <a:off x="1105118" y="2046743"/>
                    <a:ext cx="518644" cy="615533"/>
                  </a:xfrm>
                  <a:prstGeom prst="roundRect">
                    <a:avLst/>
                  </a:prstGeom>
                  <a:no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880"/>
                  </a:p>
                </p:txBody>
              </p:sp>
            </p:grpSp>
            <p:grpSp>
              <p:nvGrpSpPr>
                <p:cNvPr id="70" name="组合 69">
                  <a:extLst>
                    <a:ext uri="{FF2B5EF4-FFF2-40B4-BE49-F238E27FC236}">
                      <a16:creationId xmlns:a16="http://schemas.microsoft.com/office/drawing/2014/main" id="{AE80B2B5-36E7-4DC5-D3F6-BD6D654A354E}"/>
                    </a:ext>
                  </a:extLst>
                </p:cNvPr>
                <p:cNvGrpSpPr/>
                <p:nvPr/>
              </p:nvGrpSpPr>
              <p:grpSpPr>
                <a:xfrm>
                  <a:off x="2292424" y="1178016"/>
                  <a:ext cx="518644" cy="615533"/>
                  <a:chOff x="1736799" y="2063841"/>
                  <a:chExt cx="518644" cy="615533"/>
                </a:xfrm>
              </p:grpSpPr>
              <p:pic>
                <p:nvPicPr>
                  <p:cNvPr id="71" name="图片 70">
                    <a:extLst>
                      <a:ext uri="{FF2B5EF4-FFF2-40B4-BE49-F238E27FC236}">
                        <a16:creationId xmlns:a16="http://schemas.microsoft.com/office/drawing/2014/main" id="{C037B536-AADB-F37C-3B0A-13E1843D2A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3159" t="4573" r="33920" b="8553"/>
                  <a:stretch>
                    <a:fillRect/>
                  </a:stretch>
                </p:blipFill>
                <p:spPr>
                  <a:xfrm>
                    <a:off x="1935863" y="2117392"/>
                    <a:ext cx="127673" cy="336916"/>
                  </a:xfrm>
                  <a:prstGeom prst="rect">
                    <a:avLst/>
                  </a:prstGeom>
                </p:spPr>
              </p:pic>
              <p:sp>
                <p:nvSpPr>
                  <p:cNvPr id="72" name="矩形: 圆角 71">
                    <a:extLst>
                      <a:ext uri="{FF2B5EF4-FFF2-40B4-BE49-F238E27FC236}">
                        <a16:creationId xmlns:a16="http://schemas.microsoft.com/office/drawing/2014/main" id="{4504A108-A75B-6C72-A609-A1E2FE7E48E3}"/>
                      </a:ext>
                    </a:extLst>
                  </p:cNvPr>
                  <p:cNvSpPr/>
                  <p:nvPr/>
                </p:nvSpPr>
                <p:spPr>
                  <a:xfrm>
                    <a:off x="1736799" y="2063841"/>
                    <a:ext cx="518644" cy="615533"/>
                  </a:xfrm>
                  <a:prstGeom prst="roundRect">
                    <a:avLst/>
                  </a:prstGeom>
                  <a:no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880"/>
                  </a:p>
                </p:txBody>
              </p:sp>
            </p:grpSp>
          </p:grp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429B5C92-1C54-CA40-DC5E-EC74D42E918A}"/>
                  </a:ext>
                </a:extLst>
              </p:cNvPr>
              <p:cNvSpPr txBox="1"/>
              <p:nvPr/>
            </p:nvSpPr>
            <p:spPr>
              <a:xfrm>
                <a:off x="939336" y="1878678"/>
                <a:ext cx="1450734" cy="303838"/>
              </a:xfrm>
              <a:prstGeom prst="rect">
                <a:avLst/>
              </a:prstGeom>
              <a:solidFill>
                <a:srgbClr val="EAF4FA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62" b="1" dirty="0">
                    <a:latin typeface="Ink Free" panose="03080402000500000000" pitchFamily="66" charset="0"/>
                  </a:rPr>
                  <a:t>Evidence Encoder</a:t>
                </a:r>
                <a:endParaRPr lang="zh-CN" altLang="en-US" sz="1462" b="1" dirty="0">
                  <a:latin typeface="Ink Free" panose="03080402000500000000" pitchFamily="66" charset="0"/>
                </a:endParaRPr>
              </a:p>
            </p:txBody>
          </p: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599D4BC6-18AA-2620-9816-FCE5AD6AF5D6}"/>
                </a:ext>
              </a:extLst>
            </p:cNvPr>
            <p:cNvSpPr txBox="1"/>
            <p:nvPr/>
          </p:nvSpPr>
          <p:spPr>
            <a:xfrm>
              <a:off x="371299" y="2615740"/>
              <a:ext cx="667792" cy="226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40" b="1" dirty="0">
                  <a:latin typeface="Segoe Print" panose="02000600000000000000" pitchFamily="2" charset="0"/>
                  <a:cs typeface="MV Boli" panose="02000500030200090000" pitchFamily="2" charset="0"/>
                </a:rPr>
                <a:t>Identity</a:t>
              </a:r>
              <a:endParaRPr lang="zh-CN" altLang="en-US" sz="940" b="1" dirty="0">
                <a:latin typeface="Segoe Print" panose="0200060000000000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67CD49A-069A-DAC3-CB78-7818131E5F5F}"/>
                </a:ext>
              </a:extLst>
            </p:cNvPr>
            <p:cNvSpPr txBox="1"/>
            <p:nvPr/>
          </p:nvSpPr>
          <p:spPr>
            <a:xfrm>
              <a:off x="1053332" y="2612623"/>
              <a:ext cx="667792" cy="226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40" b="1" dirty="0">
                  <a:latin typeface="Segoe Print" panose="02000600000000000000" pitchFamily="2" charset="0"/>
                  <a:cs typeface="MV Boli" panose="02000500030200090000" pitchFamily="2" charset="0"/>
                </a:rPr>
                <a:t>Motion</a:t>
              </a:r>
              <a:endParaRPr lang="zh-CN" altLang="en-US" sz="940" b="1" dirty="0">
                <a:latin typeface="Segoe Print" panose="0200060000000000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3761CFC-FD48-3F0B-0195-20F925554812}"/>
                </a:ext>
              </a:extLst>
            </p:cNvPr>
            <p:cNvSpPr txBox="1"/>
            <p:nvPr/>
          </p:nvSpPr>
          <p:spPr>
            <a:xfrm>
              <a:off x="1777824" y="2596690"/>
              <a:ext cx="485951" cy="226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40" b="1" dirty="0">
                  <a:latin typeface="Segoe Print" panose="02000600000000000000" pitchFamily="2" charset="0"/>
                  <a:cs typeface="MV Boli" panose="02000500030200090000" pitchFamily="2" charset="0"/>
                </a:rPr>
                <a:t>Prop</a:t>
              </a:r>
              <a:endParaRPr lang="zh-CN" altLang="en-US" sz="940" b="1" dirty="0">
                <a:latin typeface="Segoe Print" panose="0200060000000000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20629B7-F801-05B5-372B-F2D4D359E05E}"/>
                </a:ext>
              </a:extLst>
            </p:cNvPr>
            <p:cNvSpPr txBox="1"/>
            <p:nvPr/>
          </p:nvSpPr>
          <p:spPr>
            <a:xfrm>
              <a:off x="2292174" y="2606215"/>
              <a:ext cx="755826" cy="211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36" b="1" dirty="0">
                  <a:latin typeface="Segoe Print" panose="02000600000000000000" pitchFamily="2" charset="0"/>
                  <a:cs typeface="MV Boli" panose="02000500030200090000" pitchFamily="2" charset="0"/>
                </a:rPr>
                <a:t>Temporal</a:t>
              </a:r>
              <a:endParaRPr lang="zh-CN" altLang="en-US" sz="836" b="1" dirty="0">
                <a:latin typeface="Segoe Print" panose="0200060000000000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325010D3-2743-3F23-3787-020CC59CE47A}"/>
              </a:ext>
            </a:extLst>
          </p:cNvPr>
          <p:cNvGrpSpPr/>
          <p:nvPr/>
        </p:nvGrpSpPr>
        <p:grpSpPr>
          <a:xfrm>
            <a:off x="443274" y="3562366"/>
            <a:ext cx="3039459" cy="1890176"/>
            <a:chOff x="242380" y="3094703"/>
            <a:chExt cx="2910222" cy="180980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6606419-3E34-413E-06F8-AF7C9F0A4E3E}"/>
                </a:ext>
              </a:extLst>
            </p:cNvPr>
            <p:cNvSpPr/>
            <p:nvPr/>
          </p:nvSpPr>
          <p:spPr>
            <a:xfrm>
              <a:off x="242380" y="3247093"/>
              <a:ext cx="2910222" cy="1657416"/>
            </a:xfrm>
            <a:prstGeom prst="roundRect">
              <a:avLst>
                <a:gd name="adj" fmla="val 2874"/>
              </a:avLst>
            </a:prstGeom>
            <a:noFill/>
            <a:ln>
              <a:solidFill>
                <a:srgbClr val="919EB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B9BB6AA0-D9EF-9A90-0415-FE36D50163C8}"/>
                </a:ext>
              </a:extLst>
            </p:cNvPr>
            <p:cNvSpPr txBox="1"/>
            <p:nvPr/>
          </p:nvSpPr>
          <p:spPr>
            <a:xfrm>
              <a:off x="986961" y="3094703"/>
              <a:ext cx="1519803" cy="303838"/>
            </a:xfrm>
            <a:prstGeom prst="rect">
              <a:avLst/>
            </a:prstGeom>
            <a:solidFill>
              <a:srgbClr val="EAF4FA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62" b="1" dirty="0">
                  <a:latin typeface="Ink Free" panose="03080402000500000000" pitchFamily="66" charset="0"/>
                </a:rPr>
                <a:t>Diagnosis Records</a:t>
              </a:r>
              <a:endParaRPr lang="zh-CN" altLang="en-US" sz="1462" b="1" dirty="0">
                <a:latin typeface="Ink Free" panose="03080402000500000000" pitchFamily="66" charset="0"/>
              </a:endParaRPr>
            </a:p>
          </p:txBody>
        </p:sp>
      </p:grpSp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53693CD3-A476-1B16-7F2C-E3D4143A4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768110"/>
              </p:ext>
            </p:extLst>
          </p:nvPr>
        </p:nvGraphicFramePr>
        <p:xfrm>
          <a:off x="576045" y="3854043"/>
          <a:ext cx="2774783" cy="1561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8943">
                  <a:extLst>
                    <a:ext uri="{9D8B030D-6E8A-4147-A177-3AD203B41FA5}">
                      <a16:colId xmlns:a16="http://schemas.microsoft.com/office/drawing/2014/main" val="1578646973"/>
                    </a:ext>
                  </a:extLst>
                </a:gridCol>
                <a:gridCol w="715798">
                  <a:extLst>
                    <a:ext uri="{9D8B030D-6E8A-4147-A177-3AD203B41FA5}">
                      <a16:colId xmlns:a16="http://schemas.microsoft.com/office/drawing/2014/main" val="3193744628"/>
                    </a:ext>
                  </a:extLst>
                </a:gridCol>
                <a:gridCol w="830042">
                  <a:extLst>
                    <a:ext uri="{9D8B030D-6E8A-4147-A177-3AD203B41FA5}">
                      <a16:colId xmlns:a16="http://schemas.microsoft.com/office/drawing/2014/main" val="3042511334"/>
                    </a:ext>
                  </a:extLst>
                </a:gridCol>
              </a:tblGrid>
              <a:tr h="350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145BC6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ID_FACE_DRIFT</a:t>
                      </a:r>
                      <a:endParaRPr lang="zh-CN" altLang="en-US" sz="800" b="1" dirty="0">
                        <a:solidFill>
                          <a:srgbClr val="145BC6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145BC6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1.0s-1.4s</a:t>
                      </a:r>
                      <a:endParaRPr lang="zh-CN" altLang="en-US" sz="800" b="1" dirty="0">
                        <a:solidFill>
                          <a:srgbClr val="145BC6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145BC6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Identity inconsistency</a:t>
                      </a:r>
                      <a:endParaRPr lang="zh-CN" altLang="en-US" sz="800" b="1" dirty="0">
                        <a:solidFill>
                          <a:srgbClr val="145BC6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568312"/>
                  </a:ext>
                </a:extLst>
              </a:tr>
              <a:tr h="350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EE6F04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MO_FROZEN_FRAME</a:t>
                      </a:r>
                      <a:endParaRPr lang="zh-CN" altLang="en-US" sz="800" b="1" dirty="0">
                        <a:solidFill>
                          <a:srgbClr val="EE6F04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EE6F04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3.8s-4.2s</a:t>
                      </a:r>
                      <a:endParaRPr lang="zh-CN" altLang="en-US" sz="800" b="1" dirty="0">
                        <a:solidFill>
                          <a:srgbClr val="EE6F04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EE6F04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Motion stalled</a:t>
                      </a:r>
                      <a:endParaRPr lang="zh-CN" altLang="en-US" sz="800" b="1" dirty="0">
                        <a:solidFill>
                          <a:srgbClr val="EE6F04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700880"/>
                  </a:ext>
                </a:extLst>
              </a:tr>
              <a:tr h="3501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2A8223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AL_PROP_MISSING</a:t>
                      </a:r>
                      <a:endParaRPr lang="zh-CN" altLang="en-US" sz="800" b="1" dirty="0">
                        <a:solidFill>
                          <a:srgbClr val="2A8223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2A8223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4.0s-5.0s</a:t>
                      </a:r>
                      <a:endParaRPr lang="zh-CN" altLang="en-US" sz="800" b="1" dirty="0">
                        <a:solidFill>
                          <a:srgbClr val="2A8223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2A8223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Red bottle missing</a:t>
                      </a:r>
                      <a:endParaRPr lang="zh-CN" altLang="en-US" sz="800" b="1" dirty="0">
                        <a:solidFill>
                          <a:srgbClr val="2A8223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894092"/>
                  </a:ext>
                </a:extLst>
              </a:tr>
              <a:tr h="2556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5F6362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ST_STYLE_FLICKER</a:t>
                      </a:r>
                      <a:endParaRPr lang="zh-CN" altLang="en-US" sz="800" b="1" dirty="0">
                        <a:solidFill>
                          <a:srgbClr val="5F6362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5F6362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2.0s-3.6s</a:t>
                      </a:r>
                      <a:endParaRPr lang="zh-CN" altLang="en-US" sz="800" b="1" dirty="0">
                        <a:solidFill>
                          <a:srgbClr val="5F6362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5F6362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Style flicker</a:t>
                      </a:r>
                      <a:endParaRPr lang="zh-CN" altLang="en-US" sz="800" b="1" dirty="0">
                        <a:solidFill>
                          <a:srgbClr val="5F6362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852984"/>
                  </a:ext>
                </a:extLst>
              </a:tr>
              <a:tr h="2556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5F6362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SC_SCENE_JUMP</a:t>
                      </a:r>
                      <a:endParaRPr lang="zh-CN" altLang="en-US" sz="800" b="1" dirty="0">
                        <a:solidFill>
                          <a:srgbClr val="5F6362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5F6362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5.2s-5.6s</a:t>
                      </a:r>
                      <a:endParaRPr lang="zh-CN" altLang="en-US" sz="800" b="1" dirty="0">
                        <a:solidFill>
                          <a:srgbClr val="5F6362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rgbClr val="5F6362"/>
                          </a:solidFill>
                          <a:latin typeface="MV Boli" panose="02000500030200090000" pitchFamily="2" charset="0"/>
                          <a:cs typeface="MV Boli" panose="02000500030200090000" pitchFamily="2" charset="0"/>
                        </a:rPr>
                        <a:t>Scene jump</a:t>
                      </a:r>
                      <a:endParaRPr lang="zh-CN" altLang="en-US" sz="800" b="1" dirty="0">
                        <a:solidFill>
                          <a:srgbClr val="5F6362"/>
                        </a:solidFill>
                        <a:latin typeface="MV Boli" panose="02000500030200090000" pitchFamily="2" charset="0"/>
                        <a:cs typeface="MV Boli" panose="02000500030200090000" pitchFamily="2" charset="0"/>
                      </a:endParaRPr>
                    </a:p>
                  </a:txBody>
                  <a:tcPr marL="95501" marR="95501" marT="47750" marB="47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62349"/>
                  </a:ext>
                </a:extLst>
              </a:tr>
            </a:tbl>
          </a:graphicData>
        </a:graphic>
      </p:graphicFrame>
      <p:grpSp>
        <p:nvGrpSpPr>
          <p:cNvPr id="100" name="组合 99">
            <a:extLst>
              <a:ext uri="{FF2B5EF4-FFF2-40B4-BE49-F238E27FC236}">
                <a16:creationId xmlns:a16="http://schemas.microsoft.com/office/drawing/2014/main" id="{BC4E3AE5-C7BE-0080-5784-D78979B093A7}"/>
              </a:ext>
            </a:extLst>
          </p:cNvPr>
          <p:cNvGrpSpPr/>
          <p:nvPr/>
        </p:nvGrpSpPr>
        <p:grpSpPr>
          <a:xfrm>
            <a:off x="344588" y="5711314"/>
            <a:ext cx="3262939" cy="819288"/>
            <a:chOff x="193590" y="4944141"/>
            <a:chExt cx="3124200" cy="784452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A6432B90-B7E0-3F39-7997-CE1A9B09C15D}"/>
                </a:ext>
              </a:extLst>
            </p:cNvPr>
            <p:cNvSpPr/>
            <p:nvPr/>
          </p:nvSpPr>
          <p:spPr>
            <a:xfrm>
              <a:off x="263609" y="5263979"/>
              <a:ext cx="403654" cy="337751"/>
            </a:xfrm>
            <a:prstGeom prst="roundRect">
              <a:avLst/>
            </a:prstGeom>
            <a:solidFill>
              <a:srgbClr val="DFEDF8"/>
            </a:solidFill>
            <a:ln>
              <a:solidFill>
                <a:srgbClr val="647ECE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CFD5FF76-EF2F-2BBB-342A-D077AD9F081A}"/>
                </a:ext>
              </a:extLst>
            </p:cNvPr>
            <p:cNvSpPr/>
            <p:nvPr/>
          </p:nvSpPr>
          <p:spPr>
            <a:xfrm>
              <a:off x="1298283" y="5287045"/>
              <a:ext cx="403654" cy="337751"/>
            </a:xfrm>
            <a:prstGeom prst="roundRect">
              <a:avLst/>
            </a:prstGeom>
            <a:solidFill>
              <a:srgbClr val="F9EFD9"/>
            </a:solidFill>
            <a:ln>
              <a:solidFill>
                <a:srgbClr val="CF552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D8E8E3E7-F386-068F-DFAE-FF1E2DBECF5C}"/>
                </a:ext>
              </a:extLst>
            </p:cNvPr>
            <p:cNvSpPr/>
            <p:nvPr/>
          </p:nvSpPr>
          <p:spPr>
            <a:xfrm>
              <a:off x="1815620" y="5298578"/>
              <a:ext cx="403654" cy="337751"/>
            </a:xfrm>
            <a:prstGeom prst="roundRect">
              <a:avLst/>
            </a:prstGeom>
            <a:solidFill>
              <a:srgbClr val="ECF3E3"/>
            </a:solidFill>
            <a:ln>
              <a:solidFill>
                <a:srgbClr val="4C974C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1A9A7C99-7BB9-EB36-7203-D78B6C8F7624}"/>
                </a:ext>
              </a:extLst>
            </p:cNvPr>
            <p:cNvSpPr/>
            <p:nvPr/>
          </p:nvSpPr>
          <p:spPr>
            <a:xfrm>
              <a:off x="2332957" y="5310111"/>
              <a:ext cx="403654" cy="337751"/>
            </a:xfrm>
            <a:prstGeom prst="roundRect">
              <a:avLst/>
            </a:prstGeom>
            <a:solidFill>
              <a:srgbClr val="E9EAE9"/>
            </a:solidFill>
            <a:ln>
              <a:solidFill>
                <a:srgbClr val="5F636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E7C3771-494C-A563-E81B-FC436A2FE0F3}"/>
                </a:ext>
              </a:extLst>
            </p:cNvPr>
            <p:cNvSpPr/>
            <p:nvPr/>
          </p:nvSpPr>
          <p:spPr>
            <a:xfrm>
              <a:off x="2850292" y="5321644"/>
              <a:ext cx="403654" cy="337751"/>
            </a:xfrm>
            <a:prstGeom prst="roundRect">
              <a:avLst/>
            </a:prstGeom>
            <a:solidFill>
              <a:srgbClr val="E9EAE9"/>
            </a:solidFill>
            <a:ln>
              <a:solidFill>
                <a:srgbClr val="5F636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68B58D3-7587-311C-70A5-8555D461CB5E}"/>
                </a:ext>
              </a:extLst>
            </p:cNvPr>
            <p:cNvSpPr/>
            <p:nvPr/>
          </p:nvSpPr>
          <p:spPr>
            <a:xfrm>
              <a:off x="780946" y="5275512"/>
              <a:ext cx="403654" cy="337751"/>
            </a:xfrm>
            <a:prstGeom prst="roundRect">
              <a:avLst/>
            </a:prstGeom>
            <a:solidFill>
              <a:srgbClr val="E9EAE9"/>
            </a:solidFill>
            <a:ln>
              <a:solidFill>
                <a:srgbClr val="5F636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171ACC46-F80C-1539-BC58-B8058AFE844E}"/>
                </a:ext>
              </a:extLst>
            </p:cNvPr>
            <p:cNvGrpSpPr/>
            <p:nvPr/>
          </p:nvGrpSpPr>
          <p:grpSpPr>
            <a:xfrm>
              <a:off x="193590" y="4944141"/>
              <a:ext cx="3124200" cy="784452"/>
              <a:chOff x="193590" y="4944141"/>
              <a:chExt cx="3124200" cy="784452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55B10E77-4301-337F-F852-2AF3B183C25F}"/>
                  </a:ext>
                </a:extLst>
              </p:cNvPr>
              <p:cNvSpPr/>
              <p:nvPr/>
            </p:nvSpPr>
            <p:spPr>
              <a:xfrm>
                <a:off x="193590" y="5088513"/>
                <a:ext cx="3124200" cy="640080"/>
              </a:xfrm>
              <a:prstGeom prst="roundRect">
                <a:avLst>
                  <a:gd name="adj" fmla="val 17857"/>
                </a:avLst>
              </a:prstGeom>
              <a:noFill/>
              <a:ln>
                <a:solidFill>
                  <a:srgbClr val="69778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80"/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2A2FB8D0-751E-B79F-5BE7-396FAADFFBA6}"/>
                  </a:ext>
                </a:extLst>
              </p:cNvPr>
              <p:cNvSpPr txBox="1"/>
              <p:nvPr/>
            </p:nvSpPr>
            <p:spPr>
              <a:xfrm>
                <a:off x="973467" y="4944141"/>
                <a:ext cx="1694775" cy="303838"/>
              </a:xfrm>
              <a:prstGeom prst="rect">
                <a:avLst/>
              </a:prstGeom>
              <a:solidFill>
                <a:srgbClr val="EAF4FA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62" b="1" dirty="0">
                    <a:latin typeface="Ink Free" panose="03080402000500000000" pitchFamily="66" charset="0"/>
                  </a:rPr>
                  <a:t>Failure Code Groups</a:t>
                </a:r>
                <a:endParaRPr lang="zh-CN" altLang="en-US" sz="1462" b="1" dirty="0">
                  <a:latin typeface="Ink Free" panose="03080402000500000000" pitchFamily="66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D7694973-937E-DF9A-A52C-5977DF3CD920}"/>
                  </a:ext>
                </a:extLst>
              </p:cNvPr>
              <p:cNvSpPr txBox="1"/>
              <p:nvPr/>
            </p:nvSpPr>
            <p:spPr>
              <a:xfrm>
                <a:off x="243505" y="5328778"/>
                <a:ext cx="428007" cy="226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40" b="1" dirty="0">
                    <a:solidFill>
                      <a:srgbClr val="145BC6"/>
                    </a:solidFill>
                    <a:latin typeface="Segoe Print" panose="02000600000000000000" pitchFamily="2" charset="0"/>
                    <a:cs typeface="MV Boli" panose="02000500030200090000" pitchFamily="2" charset="0"/>
                  </a:rPr>
                  <a:t>ID_*</a:t>
                </a:r>
                <a:endParaRPr lang="zh-CN" altLang="en-US" sz="940" b="1" dirty="0">
                  <a:solidFill>
                    <a:srgbClr val="145BC6"/>
                  </a:solidFill>
                  <a:latin typeface="Segoe Print" panose="0200060000000000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CB1D2594-72EC-C51D-9233-3115F457AA1F}"/>
                  </a:ext>
                </a:extLst>
              </p:cNvPr>
              <p:cNvSpPr txBox="1"/>
              <p:nvPr/>
            </p:nvSpPr>
            <p:spPr>
              <a:xfrm>
                <a:off x="762617" y="5335922"/>
                <a:ext cx="475633" cy="226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40" b="1" dirty="0">
                    <a:solidFill>
                      <a:schemeClr val="bg1">
                        <a:lumMod val="65000"/>
                      </a:schemeClr>
                    </a:solidFill>
                    <a:latin typeface="Segoe Print" panose="02000600000000000000" pitchFamily="2" charset="0"/>
                    <a:cs typeface="MV Boli" panose="02000500030200090000" pitchFamily="2" charset="0"/>
                  </a:rPr>
                  <a:t>CA_*</a:t>
                </a:r>
                <a:endParaRPr lang="zh-CN" altLang="en-US" sz="940" b="1" dirty="0">
                  <a:solidFill>
                    <a:schemeClr val="bg1">
                      <a:lumMod val="65000"/>
                    </a:schemeClr>
                  </a:solidFill>
                  <a:latin typeface="Segoe Print" panose="0200060000000000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EBF6F685-B555-16E0-0B20-834961E57212}"/>
                  </a:ext>
                </a:extLst>
              </p:cNvPr>
              <p:cNvSpPr txBox="1"/>
              <p:nvPr/>
            </p:nvSpPr>
            <p:spPr>
              <a:xfrm>
                <a:off x="1247599" y="5347828"/>
                <a:ext cx="505001" cy="226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40" b="1" dirty="0">
                    <a:solidFill>
                      <a:srgbClr val="EE6F04"/>
                    </a:solidFill>
                    <a:latin typeface="Segoe Print" panose="02000600000000000000" pitchFamily="2" charset="0"/>
                    <a:cs typeface="MV Boli" panose="02000500030200090000" pitchFamily="2" charset="0"/>
                  </a:rPr>
                  <a:t>MO_*</a:t>
                </a:r>
                <a:endParaRPr lang="zh-CN" altLang="en-US" sz="940" b="1" dirty="0">
                  <a:solidFill>
                    <a:srgbClr val="EE6F04"/>
                  </a:solidFill>
                  <a:latin typeface="Segoe Print" panose="0200060000000000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7426C540-F770-4CF1-C919-73ED912FB6ED}"/>
                  </a:ext>
                </a:extLst>
              </p:cNvPr>
              <p:cNvSpPr txBox="1"/>
              <p:nvPr/>
            </p:nvSpPr>
            <p:spPr>
              <a:xfrm>
                <a:off x="1794493" y="5370053"/>
                <a:ext cx="481982" cy="226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40" b="1" dirty="0">
                    <a:solidFill>
                      <a:srgbClr val="2A8223"/>
                    </a:solidFill>
                    <a:latin typeface="Segoe Print" panose="02000600000000000000" pitchFamily="2" charset="0"/>
                    <a:cs typeface="MV Boli" panose="02000500030200090000" pitchFamily="2" charset="0"/>
                  </a:rPr>
                  <a:t>AL_*</a:t>
                </a:r>
                <a:endParaRPr lang="zh-CN" altLang="en-US" sz="940" b="1" dirty="0">
                  <a:solidFill>
                    <a:srgbClr val="2A8223"/>
                  </a:solidFill>
                  <a:latin typeface="Segoe Print" panose="0200060000000000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3C0F9449-1799-1201-16ED-E19BD286003F}"/>
                  </a:ext>
                </a:extLst>
              </p:cNvPr>
              <p:cNvSpPr txBox="1"/>
              <p:nvPr/>
            </p:nvSpPr>
            <p:spPr>
              <a:xfrm>
                <a:off x="2315193" y="5376403"/>
                <a:ext cx="459757" cy="226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40" b="1" dirty="0">
                    <a:solidFill>
                      <a:srgbClr val="5F6362"/>
                    </a:solidFill>
                    <a:latin typeface="Segoe Print" panose="02000600000000000000" pitchFamily="2" charset="0"/>
                    <a:cs typeface="MV Boli" panose="02000500030200090000" pitchFamily="2" charset="0"/>
                  </a:rPr>
                  <a:t>ST_*</a:t>
                </a:r>
                <a:endParaRPr lang="zh-CN" altLang="en-US" sz="940" b="1" dirty="0">
                  <a:solidFill>
                    <a:srgbClr val="5F6362"/>
                  </a:solidFill>
                  <a:latin typeface="Segoe Print" panose="0200060000000000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A7C0503-249C-8EFA-38E4-2B319DB490DA}"/>
                  </a:ext>
                </a:extLst>
              </p:cNvPr>
              <p:cNvSpPr txBox="1"/>
              <p:nvPr/>
            </p:nvSpPr>
            <p:spPr>
              <a:xfrm>
                <a:off x="2843828" y="5383547"/>
                <a:ext cx="458065" cy="226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40" b="1" dirty="0">
                    <a:solidFill>
                      <a:srgbClr val="5F6362"/>
                    </a:solidFill>
                    <a:latin typeface="Segoe Print" panose="02000600000000000000" pitchFamily="2" charset="0"/>
                    <a:cs typeface="MV Boli" panose="02000500030200090000" pitchFamily="2" charset="0"/>
                  </a:rPr>
                  <a:t>SC_*</a:t>
                </a:r>
                <a:endParaRPr lang="zh-CN" altLang="en-US" sz="940" b="1" dirty="0">
                  <a:solidFill>
                    <a:srgbClr val="5F6362"/>
                  </a:solidFill>
                  <a:latin typeface="Segoe Print" panose="02000600000000000000" pitchFamily="2" charset="0"/>
                  <a:cs typeface="MV Boli" panose="02000500030200090000" pitchFamily="2" charset="0"/>
                </a:endParaRPr>
              </a:p>
            </p:txBody>
          </p:sp>
        </p:grpSp>
      </p:grp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E6E0DB18-1A0C-E4D9-EEA7-BCEA285BBC92}"/>
              </a:ext>
            </a:extLst>
          </p:cNvPr>
          <p:cNvCxnSpPr>
            <a:cxnSpLocks/>
          </p:cNvCxnSpPr>
          <p:nvPr/>
        </p:nvCxnSpPr>
        <p:spPr>
          <a:xfrm>
            <a:off x="2072944" y="2006292"/>
            <a:ext cx="0" cy="278544"/>
          </a:xfrm>
          <a:prstGeom prst="straightConnector1">
            <a:avLst/>
          </a:prstGeom>
          <a:ln w="25400">
            <a:solidFill>
              <a:srgbClr val="5F63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EBAACD0-4540-7C9C-EEAB-803F8896DD18}"/>
              </a:ext>
            </a:extLst>
          </p:cNvPr>
          <p:cNvCxnSpPr>
            <a:cxnSpLocks/>
          </p:cNvCxnSpPr>
          <p:nvPr/>
        </p:nvCxnSpPr>
        <p:spPr>
          <a:xfrm>
            <a:off x="1996420" y="3317295"/>
            <a:ext cx="0" cy="278544"/>
          </a:xfrm>
          <a:prstGeom prst="straightConnector1">
            <a:avLst/>
          </a:prstGeom>
          <a:ln w="25400">
            <a:solidFill>
              <a:srgbClr val="5F63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6269BC2-D61C-86FA-13B9-14953CB0213C}"/>
              </a:ext>
            </a:extLst>
          </p:cNvPr>
          <p:cNvSpPr txBox="1"/>
          <p:nvPr/>
        </p:nvSpPr>
        <p:spPr>
          <a:xfrm>
            <a:off x="4673764" y="299125"/>
            <a:ext cx="2845651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89" b="1" dirty="0">
                <a:latin typeface="Ink Free" panose="03080402000500000000" pitchFamily="66" charset="0"/>
              </a:rPr>
              <a:t>Localized Evidence View</a:t>
            </a:r>
            <a:endParaRPr lang="zh-CN" altLang="en-US" sz="2089" b="1" dirty="0">
              <a:latin typeface="Ink Free" panose="03080402000500000000" pitchFamily="66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5CDE83D6-435E-F5C0-7B76-A47688B4DD5B}"/>
              </a:ext>
            </a:extLst>
          </p:cNvPr>
          <p:cNvSpPr txBox="1"/>
          <p:nvPr/>
        </p:nvSpPr>
        <p:spPr>
          <a:xfrm>
            <a:off x="5223735" y="685380"/>
            <a:ext cx="1532792" cy="2851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3" b="1" dirty="0">
                <a:latin typeface="Ink Free" panose="03080402000500000000" pitchFamily="66" charset="0"/>
              </a:rPr>
              <a:t>Evidence Keyframes</a:t>
            </a:r>
            <a:endParaRPr lang="zh-CN" altLang="en-US" sz="1253" b="1" dirty="0">
              <a:latin typeface="Ink Free" panose="03080402000500000000" pitchFamily="66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1AF4348-E5F2-72CD-DFF1-E932D6538DE6}"/>
              </a:ext>
            </a:extLst>
          </p:cNvPr>
          <p:cNvSpPr txBox="1"/>
          <p:nvPr/>
        </p:nvSpPr>
        <p:spPr>
          <a:xfrm>
            <a:off x="4448969" y="902455"/>
            <a:ext cx="495649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t=1.2s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778D108-FFC0-D98F-FCC1-3BFAC49E2399}"/>
              </a:ext>
            </a:extLst>
          </p:cNvPr>
          <p:cNvSpPr txBox="1"/>
          <p:nvPr/>
        </p:nvSpPr>
        <p:spPr>
          <a:xfrm>
            <a:off x="5941167" y="897482"/>
            <a:ext cx="527709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t=4.0s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DFF0EAF-960F-E0F8-DB24-9A9C26FC76DC}"/>
              </a:ext>
            </a:extLst>
          </p:cNvPr>
          <p:cNvSpPr txBox="1"/>
          <p:nvPr/>
        </p:nvSpPr>
        <p:spPr>
          <a:xfrm>
            <a:off x="7194614" y="907430"/>
            <a:ext cx="524503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t=4.6s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D5B0DBDE-28D3-8571-F06A-9F3A43AF77D9}"/>
              </a:ext>
            </a:extLst>
          </p:cNvPr>
          <p:cNvGrpSpPr/>
          <p:nvPr/>
        </p:nvGrpSpPr>
        <p:grpSpPr>
          <a:xfrm>
            <a:off x="4188526" y="2815966"/>
            <a:ext cx="3664732" cy="1615100"/>
            <a:chOff x="3672941" y="2511426"/>
            <a:chExt cx="3508909" cy="154642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4DD2AAB-2B19-B0F8-16AF-0264E2600748}"/>
                </a:ext>
              </a:extLst>
            </p:cNvPr>
            <p:cNvGrpSpPr/>
            <p:nvPr/>
          </p:nvGrpSpPr>
          <p:grpSpPr>
            <a:xfrm>
              <a:off x="3820212" y="2767129"/>
              <a:ext cx="3228288" cy="1023821"/>
              <a:chOff x="699983" y="2644134"/>
              <a:chExt cx="2291612" cy="721435"/>
            </a:xfrm>
          </p:grpSpPr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1C90DB35-70E5-6478-47DB-D2F09325A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5390" y="2644398"/>
                <a:ext cx="576205" cy="72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  <a:effectLst>
                <a:softEdge rad="12700"/>
              </a:effectLst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D7D75FF7-C613-7295-90F8-ADDBC82E92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8416" y="2644134"/>
                <a:ext cx="576206" cy="72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  <a:effectLst>
                <a:softEdge rad="12700"/>
              </a:effectLst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72A75109-34FD-6B7B-8557-4642BF390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71785" y="2644549"/>
                <a:ext cx="576205" cy="72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  <a:effectLst>
                <a:softEdge rad="12700"/>
              </a:effectLst>
            </p:spPr>
          </p:pic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7BEA4285-1934-4C9A-0B41-7156B9FB5B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983" y="2645569"/>
                <a:ext cx="576205" cy="7200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  <a:effectLst>
                <a:softEdge rad="12700"/>
              </a:effectLst>
            </p:spPr>
          </p:pic>
        </p:grp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AF76C25F-8496-D1C5-EE54-0FA5A0198FBA}"/>
                </a:ext>
              </a:extLst>
            </p:cNvPr>
            <p:cNvSpPr/>
            <p:nvPr/>
          </p:nvSpPr>
          <p:spPr>
            <a:xfrm>
              <a:off x="3672941" y="2511426"/>
              <a:ext cx="3508909" cy="1514474"/>
            </a:xfrm>
            <a:prstGeom prst="roundRect">
              <a:avLst>
                <a:gd name="adj" fmla="val 9220"/>
              </a:avLst>
            </a:prstGeom>
            <a:noFill/>
            <a:ln w="25400">
              <a:solidFill>
                <a:srgbClr val="62749B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9B9A7AAC-F443-5DAB-416B-29138F58235B}"/>
                </a:ext>
              </a:extLst>
            </p:cNvPr>
            <p:cNvSpPr txBox="1"/>
            <p:nvPr/>
          </p:nvSpPr>
          <p:spPr>
            <a:xfrm>
              <a:off x="3982258" y="3784833"/>
              <a:ext cx="509876" cy="27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MV Boli" panose="02000500030200090000" pitchFamily="2" charset="0"/>
                  <a:cs typeface="MV Boli" panose="02000500030200090000" pitchFamily="2" charset="0"/>
                </a:rPr>
                <a:t>t=0s</a:t>
              </a:r>
              <a:endParaRPr lang="zh-CN" altLang="en-US" sz="1253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7DAAD618-5E87-0A17-08A5-F45F8FB0D99C}"/>
                </a:ext>
              </a:extLst>
            </p:cNvPr>
            <p:cNvSpPr txBox="1"/>
            <p:nvPr/>
          </p:nvSpPr>
          <p:spPr>
            <a:xfrm>
              <a:off x="4809143" y="3774904"/>
              <a:ext cx="505271" cy="27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MV Boli" panose="02000500030200090000" pitchFamily="2" charset="0"/>
                  <a:cs typeface="MV Boli" panose="02000500030200090000" pitchFamily="2" charset="0"/>
                </a:rPr>
                <a:t>t=2s</a:t>
              </a:r>
              <a:endParaRPr lang="zh-CN" altLang="en-US" sz="1253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40121E15-6AD3-90E9-4BA1-3A464CDF23AE}"/>
                </a:ext>
              </a:extLst>
            </p:cNvPr>
            <p:cNvSpPr txBox="1"/>
            <p:nvPr/>
          </p:nvSpPr>
          <p:spPr>
            <a:xfrm>
              <a:off x="5660621" y="3781254"/>
              <a:ext cx="506806" cy="27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MV Boli" panose="02000500030200090000" pitchFamily="2" charset="0"/>
                  <a:cs typeface="MV Boli" panose="02000500030200090000" pitchFamily="2" charset="0"/>
                </a:rPr>
                <a:t>t=4s</a:t>
              </a:r>
              <a:endParaRPr lang="zh-CN" altLang="en-US" sz="1253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4A7E67CE-D9D2-1E3B-84B2-5E6473E14D0E}"/>
                </a:ext>
              </a:extLst>
            </p:cNvPr>
            <p:cNvSpPr txBox="1"/>
            <p:nvPr/>
          </p:nvSpPr>
          <p:spPr>
            <a:xfrm>
              <a:off x="6449060" y="3768554"/>
              <a:ext cx="505271" cy="273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MV Boli" panose="02000500030200090000" pitchFamily="2" charset="0"/>
                  <a:cs typeface="MV Boli" panose="02000500030200090000" pitchFamily="2" charset="0"/>
                </a:rPr>
                <a:t>t=6s</a:t>
              </a:r>
              <a:endParaRPr lang="zh-CN" altLang="en-US" sz="1253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A7F14EC1-0D1B-EB65-6862-35B2FCB26C4E}"/>
              </a:ext>
            </a:extLst>
          </p:cNvPr>
          <p:cNvCxnSpPr>
            <a:cxnSpLocks/>
          </p:cNvCxnSpPr>
          <p:nvPr/>
        </p:nvCxnSpPr>
        <p:spPr>
          <a:xfrm>
            <a:off x="5043947" y="2527472"/>
            <a:ext cx="0" cy="533212"/>
          </a:xfrm>
          <a:prstGeom prst="line">
            <a:avLst/>
          </a:prstGeom>
          <a:ln w="25400" cap="rnd">
            <a:solidFill>
              <a:srgbClr val="145BC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A96A8A85-B328-AE8E-FF21-DF1BEDBB7E10}"/>
              </a:ext>
            </a:extLst>
          </p:cNvPr>
          <p:cNvCxnSpPr>
            <a:cxnSpLocks/>
          </p:cNvCxnSpPr>
          <p:nvPr/>
        </p:nvCxnSpPr>
        <p:spPr>
          <a:xfrm>
            <a:off x="5043947" y="4166900"/>
            <a:ext cx="0" cy="827672"/>
          </a:xfrm>
          <a:prstGeom prst="line">
            <a:avLst/>
          </a:prstGeom>
          <a:ln w="25400" cap="rnd">
            <a:solidFill>
              <a:srgbClr val="145BC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21387DD6-9DD4-1E66-7463-CC764F7E83B5}"/>
              </a:ext>
            </a:extLst>
          </p:cNvPr>
          <p:cNvCxnSpPr>
            <a:cxnSpLocks/>
          </p:cNvCxnSpPr>
          <p:nvPr/>
        </p:nvCxnSpPr>
        <p:spPr>
          <a:xfrm>
            <a:off x="6142205" y="2559306"/>
            <a:ext cx="0" cy="501378"/>
          </a:xfrm>
          <a:prstGeom prst="line">
            <a:avLst/>
          </a:prstGeom>
          <a:ln w="25400" cap="rnd">
            <a:solidFill>
              <a:srgbClr val="EE6F0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65D17B5D-60B5-DA57-5A40-EE39209C2C23}"/>
              </a:ext>
            </a:extLst>
          </p:cNvPr>
          <p:cNvCxnSpPr>
            <a:cxnSpLocks/>
          </p:cNvCxnSpPr>
          <p:nvPr/>
        </p:nvCxnSpPr>
        <p:spPr>
          <a:xfrm>
            <a:off x="6102413" y="4166900"/>
            <a:ext cx="0" cy="1106216"/>
          </a:xfrm>
          <a:prstGeom prst="line">
            <a:avLst/>
          </a:prstGeom>
          <a:ln w="25400" cap="rnd">
            <a:solidFill>
              <a:srgbClr val="EE6F0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曲线 123">
            <a:extLst>
              <a:ext uri="{FF2B5EF4-FFF2-40B4-BE49-F238E27FC236}">
                <a16:creationId xmlns:a16="http://schemas.microsoft.com/office/drawing/2014/main" id="{69F15BC2-2BEE-4CFC-33A9-40D74BEA3BA7}"/>
              </a:ext>
            </a:extLst>
          </p:cNvPr>
          <p:cNvCxnSpPr/>
          <p:nvPr/>
        </p:nvCxnSpPr>
        <p:spPr>
          <a:xfrm rot="10800000" flipV="1">
            <a:off x="6659501" y="2575224"/>
            <a:ext cx="517295" cy="477503"/>
          </a:xfrm>
          <a:prstGeom prst="curvedConnector3">
            <a:avLst/>
          </a:prstGeom>
          <a:ln w="25400">
            <a:solidFill>
              <a:srgbClr val="2A822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FF866CE3-4826-187B-EAF1-8F83C063A3C3}"/>
              </a:ext>
            </a:extLst>
          </p:cNvPr>
          <p:cNvCxnSpPr>
            <a:cxnSpLocks/>
          </p:cNvCxnSpPr>
          <p:nvPr/>
        </p:nvCxnSpPr>
        <p:spPr>
          <a:xfrm>
            <a:off x="6643583" y="4174859"/>
            <a:ext cx="0" cy="1360884"/>
          </a:xfrm>
          <a:prstGeom prst="line">
            <a:avLst/>
          </a:prstGeom>
          <a:ln w="25400" cap="rnd">
            <a:solidFill>
              <a:srgbClr val="2A822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A852799-329D-BE94-4A9E-63B5B2049469}"/>
              </a:ext>
            </a:extLst>
          </p:cNvPr>
          <p:cNvSpPr txBox="1"/>
          <p:nvPr/>
        </p:nvSpPr>
        <p:spPr>
          <a:xfrm>
            <a:off x="4015325" y="4491869"/>
            <a:ext cx="1470274" cy="2851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3" b="1" dirty="0">
                <a:latin typeface="MV Boli" panose="02000500030200090000" pitchFamily="2" charset="0"/>
                <a:cs typeface="MV Boli" panose="02000500030200090000" pitchFamily="2" charset="0"/>
              </a:rPr>
              <a:t>Evidence Timeline</a:t>
            </a:r>
            <a:endParaRPr lang="zh-CN" altLang="en-US" sz="1253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B081403-CB81-F13D-5940-5ACB7DEA1722}"/>
              </a:ext>
            </a:extLst>
          </p:cNvPr>
          <p:cNvSpPr txBox="1"/>
          <p:nvPr/>
        </p:nvSpPr>
        <p:spPr>
          <a:xfrm>
            <a:off x="5394958" y="2649866"/>
            <a:ext cx="1483098" cy="317331"/>
          </a:xfrm>
          <a:prstGeom prst="rect">
            <a:avLst/>
          </a:prstGeom>
          <a:solidFill>
            <a:srgbClr val="FDF5E2"/>
          </a:solidFill>
        </p:spPr>
        <p:txBody>
          <a:bodyPr wrap="none" rtlCol="0">
            <a:spAutoFit/>
          </a:bodyPr>
          <a:lstStyle/>
          <a:p>
            <a:r>
              <a:rPr lang="en-US" altLang="zh-CN" sz="1462" b="1" dirty="0">
                <a:latin typeface="Ink Free" panose="03080402000500000000" pitchFamily="66" charset="0"/>
              </a:rPr>
              <a:t>Generated Video</a:t>
            </a:r>
            <a:endParaRPr lang="zh-CN" altLang="en-US" sz="1462" b="1" dirty="0">
              <a:latin typeface="Ink Free" panose="03080402000500000000" pitchFamily="66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D2F508B-14C2-C29D-A0D4-52C818456715}"/>
              </a:ext>
            </a:extLst>
          </p:cNvPr>
          <p:cNvSpPr txBox="1"/>
          <p:nvPr/>
        </p:nvSpPr>
        <p:spPr>
          <a:xfrm>
            <a:off x="3965586" y="4909683"/>
            <a:ext cx="854721" cy="2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31" b="1" dirty="0">
                <a:solidFill>
                  <a:srgbClr val="145BC6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ID_FACE_DRIFT</a:t>
            </a:r>
            <a:endParaRPr lang="zh-CN" altLang="en-US" sz="731" b="1" dirty="0">
              <a:solidFill>
                <a:srgbClr val="145BC6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C8BCE131-70AC-DAA2-AEEA-7C32A2D39139}"/>
              </a:ext>
            </a:extLst>
          </p:cNvPr>
          <p:cNvSpPr txBox="1"/>
          <p:nvPr/>
        </p:nvSpPr>
        <p:spPr>
          <a:xfrm>
            <a:off x="3965586" y="5193201"/>
            <a:ext cx="925253" cy="180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74" b="1" dirty="0">
                <a:solidFill>
                  <a:srgbClr val="EE6F04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MO_FROZEN_FRAME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E70E4DBD-49EC-2B13-708D-540F84979C00}"/>
              </a:ext>
            </a:extLst>
          </p:cNvPr>
          <p:cNvSpPr txBox="1"/>
          <p:nvPr/>
        </p:nvSpPr>
        <p:spPr>
          <a:xfrm>
            <a:off x="3979027" y="5471744"/>
            <a:ext cx="851515" cy="180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74" b="1" dirty="0">
                <a:solidFill>
                  <a:srgbClr val="2A8223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AL_PROP_MISSING</a:t>
            </a:r>
            <a:endParaRPr lang="zh-CN" altLang="en-US" sz="574" b="1" dirty="0">
              <a:solidFill>
                <a:srgbClr val="2A8223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E9B1863D-2E59-2835-93C9-83D3D8326E78}"/>
              </a:ext>
            </a:extLst>
          </p:cNvPr>
          <p:cNvSpPr txBox="1"/>
          <p:nvPr/>
        </p:nvSpPr>
        <p:spPr>
          <a:xfrm>
            <a:off x="4658628" y="5032375"/>
            <a:ext cx="570990" cy="2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31" b="1" dirty="0">
                <a:solidFill>
                  <a:srgbClr val="145BC6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1.0s-1.4s</a:t>
            </a:r>
            <a:endParaRPr lang="zh-CN" altLang="en-US" sz="731" b="1" dirty="0">
              <a:solidFill>
                <a:srgbClr val="145BC6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C3651B11-5921-F834-9FA8-E950AF96A013}"/>
              </a:ext>
            </a:extLst>
          </p:cNvPr>
          <p:cNvSpPr txBox="1"/>
          <p:nvPr/>
        </p:nvSpPr>
        <p:spPr>
          <a:xfrm>
            <a:off x="5868965" y="5291022"/>
            <a:ext cx="615874" cy="2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31" b="1" dirty="0">
                <a:solidFill>
                  <a:srgbClr val="EE6F04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3.8s-4.2s</a:t>
            </a:r>
            <a:endParaRPr lang="zh-CN" altLang="en-US" sz="731" b="1" dirty="0">
              <a:solidFill>
                <a:srgbClr val="EE6F04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F93FCFC2-7CAC-DE03-31E7-143984930612}"/>
              </a:ext>
            </a:extLst>
          </p:cNvPr>
          <p:cNvSpPr txBox="1"/>
          <p:nvPr/>
        </p:nvSpPr>
        <p:spPr>
          <a:xfrm>
            <a:off x="6101085" y="5543038"/>
            <a:ext cx="622286" cy="2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31" b="1" dirty="0">
                <a:solidFill>
                  <a:srgbClr val="2A8223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4.0s-5.0s</a:t>
            </a:r>
            <a:endParaRPr lang="zh-CN" altLang="en-US" sz="731" b="1" dirty="0">
              <a:solidFill>
                <a:srgbClr val="2A8223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348D05FF-9A08-F813-39EB-A897D71F004C}"/>
              </a:ext>
            </a:extLst>
          </p:cNvPr>
          <p:cNvSpPr txBox="1"/>
          <p:nvPr/>
        </p:nvSpPr>
        <p:spPr>
          <a:xfrm>
            <a:off x="3995430" y="5601070"/>
            <a:ext cx="1978427" cy="2851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3" b="1" dirty="0">
                <a:latin typeface="MV Boli" panose="02000500030200090000" pitchFamily="2" charset="0"/>
                <a:cs typeface="MV Boli" panose="02000500030200090000" pitchFamily="2" charset="0"/>
              </a:rPr>
              <a:t>Prop Track(Red Bottle)</a:t>
            </a:r>
            <a:endParaRPr lang="zh-CN" altLang="en-US" sz="1253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E18ACF73-36E9-ED37-FB20-9674EBABB304}"/>
              </a:ext>
            </a:extLst>
          </p:cNvPr>
          <p:cNvSpPr txBox="1"/>
          <p:nvPr/>
        </p:nvSpPr>
        <p:spPr>
          <a:xfrm>
            <a:off x="4226403" y="5784023"/>
            <a:ext cx="301686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0s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E3BB9ADD-C6E4-39F8-5E90-D12B194A91DB}"/>
              </a:ext>
            </a:extLst>
          </p:cNvPr>
          <p:cNvSpPr txBox="1"/>
          <p:nvPr/>
        </p:nvSpPr>
        <p:spPr>
          <a:xfrm>
            <a:off x="4780174" y="5784023"/>
            <a:ext cx="271228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1s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47A028B3-2D9C-8103-4561-69F68B04CF6B}"/>
              </a:ext>
            </a:extLst>
          </p:cNvPr>
          <p:cNvSpPr txBox="1"/>
          <p:nvPr/>
        </p:nvSpPr>
        <p:spPr>
          <a:xfrm>
            <a:off x="5333117" y="5784023"/>
            <a:ext cx="298480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2s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3C5ACCC-4C9A-386A-D555-F0046D0BAA81}"/>
              </a:ext>
            </a:extLst>
          </p:cNvPr>
          <p:cNvSpPr txBox="1"/>
          <p:nvPr/>
        </p:nvSpPr>
        <p:spPr>
          <a:xfrm>
            <a:off x="5905126" y="5769100"/>
            <a:ext cx="298480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3s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08B3FBF5-7557-64A1-3999-E745FE7C876F}"/>
              </a:ext>
            </a:extLst>
          </p:cNvPr>
          <p:cNvSpPr txBox="1"/>
          <p:nvPr/>
        </p:nvSpPr>
        <p:spPr>
          <a:xfrm>
            <a:off x="6388432" y="5774075"/>
            <a:ext cx="300082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4s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7081EFBA-0C87-8A80-AFC2-5AEFF9408CEB}"/>
              </a:ext>
            </a:extLst>
          </p:cNvPr>
          <p:cNvSpPr txBox="1"/>
          <p:nvPr/>
        </p:nvSpPr>
        <p:spPr>
          <a:xfrm>
            <a:off x="6909043" y="5780707"/>
            <a:ext cx="298480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5s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95421CE-BCBF-B3A5-0626-4A72887C3832}"/>
              </a:ext>
            </a:extLst>
          </p:cNvPr>
          <p:cNvSpPr txBox="1"/>
          <p:nvPr/>
        </p:nvSpPr>
        <p:spPr>
          <a:xfrm>
            <a:off x="7419707" y="5784023"/>
            <a:ext cx="298480" cy="220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36" b="1" dirty="0">
                <a:latin typeface="MV Boli" panose="02000500030200090000" pitchFamily="2" charset="0"/>
                <a:cs typeface="MV Boli" panose="02000500030200090000" pitchFamily="2" charset="0"/>
              </a:rPr>
              <a:t>6s</a:t>
            </a:r>
            <a:endParaRPr lang="zh-CN" altLang="en-US" sz="836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9B58A21-CD43-10A2-81DE-C09D368EF7A0}"/>
              </a:ext>
            </a:extLst>
          </p:cNvPr>
          <p:cNvSpPr txBox="1"/>
          <p:nvPr/>
        </p:nvSpPr>
        <p:spPr>
          <a:xfrm>
            <a:off x="6418278" y="6284740"/>
            <a:ext cx="768467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27" b="1" dirty="0">
                <a:solidFill>
                  <a:srgbClr val="DF3734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Missing</a:t>
            </a:r>
          </a:p>
          <a:p>
            <a:pPr algn="ctr"/>
            <a:r>
              <a:rPr lang="en-US" altLang="zh-CN" sz="627" b="1" dirty="0">
                <a:solidFill>
                  <a:srgbClr val="DF3734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(4.0s-5.0s)</a:t>
            </a:r>
            <a:endParaRPr lang="zh-CN" altLang="en-US" sz="627" b="1" dirty="0">
              <a:solidFill>
                <a:srgbClr val="DF3734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05A853CB-D3A2-75C9-F0FF-7BA729F628F0}"/>
              </a:ext>
            </a:extLst>
          </p:cNvPr>
          <p:cNvSpPr txBox="1"/>
          <p:nvPr/>
        </p:nvSpPr>
        <p:spPr>
          <a:xfrm>
            <a:off x="9354187" y="359236"/>
            <a:ext cx="1606530" cy="4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89" b="1" dirty="0">
                <a:latin typeface="Ink Free" panose="03080402000500000000" pitchFamily="66" charset="0"/>
              </a:rPr>
              <a:t>Repair Suite</a:t>
            </a:r>
            <a:endParaRPr lang="zh-CN" altLang="en-US" sz="2089" b="1" dirty="0">
              <a:latin typeface="Ink Free" panose="03080402000500000000" pitchFamily="66" charset="0"/>
            </a:endParaRPr>
          </a:p>
        </p:txBody>
      </p:sp>
      <p:grpSp>
        <p:nvGrpSpPr>
          <p:cNvPr id="176" name="组合 175">
            <a:extLst>
              <a:ext uri="{FF2B5EF4-FFF2-40B4-BE49-F238E27FC236}">
                <a16:creationId xmlns:a16="http://schemas.microsoft.com/office/drawing/2014/main" id="{6E3C946A-EC0A-0AE3-2D3A-52815CF95D0B}"/>
              </a:ext>
            </a:extLst>
          </p:cNvPr>
          <p:cNvGrpSpPr/>
          <p:nvPr/>
        </p:nvGrpSpPr>
        <p:grpSpPr>
          <a:xfrm>
            <a:off x="8335958" y="822195"/>
            <a:ext cx="1059906" cy="451457"/>
            <a:chOff x="7582816" y="590205"/>
            <a:chExt cx="1014839" cy="432261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E7FF3BE4-1FE2-2694-5926-B207C54028D2}"/>
                </a:ext>
              </a:extLst>
            </p:cNvPr>
            <p:cNvSpPr/>
            <p:nvPr/>
          </p:nvSpPr>
          <p:spPr>
            <a:xfrm>
              <a:off x="7639395" y="590205"/>
              <a:ext cx="906087" cy="432261"/>
            </a:xfrm>
            <a:prstGeom prst="roundRect">
              <a:avLst/>
            </a:prstGeom>
            <a:solidFill>
              <a:srgbClr val="E8ECF0"/>
            </a:solidFill>
            <a:ln>
              <a:solidFill>
                <a:srgbClr val="6E89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C70F632B-1776-9E06-DDE4-A83484F29834}"/>
                </a:ext>
              </a:extLst>
            </p:cNvPr>
            <p:cNvSpPr txBox="1"/>
            <p:nvPr/>
          </p:nvSpPr>
          <p:spPr>
            <a:xfrm>
              <a:off x="7582816" y="626269"/>
              <a:ext cx="1014839" cy="365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40" dirty="0">
                  <a:solidFill>
                    <a:srgbClr val="145BC6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ID_FACE_DRIFT</a:t>
              </a:r>
            </a:p>
            <a:p>
              <a:pPr algn="ctr"/>
              <a:r>
                <a:rPr lang="en-US" altLang="zh-CN" sz="940" b="1" dirty="0">
                  <a:solidFill>
                    <a:srgbClr val="145BC6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1.0s-1.4s</a:t>
              </a:r>
              <a:endParaRPr lang="zh-CN" altLang="en-US" sz="940" b="1" dirty="0">
                <a:solidFill>
                  <a:srgbClr val="145BC6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20482310-FA53-5E76-6431-6CE3503BACE1}"/>
              </a:ext>
            </a:extLst>
          </p:cNvPr>
          <p:cNvGrpSpPr/>
          <p:nvPr/>
        </p:nvGrpSpPr>
        <p:grpSpPr>
          <a:xfrm>
            <a:off x="9378348" y="822192"/>
            <a:ext cx="1284326" cy="445534"/>
            <a:chOff x="8551702" y="590204"/>
            <a:chExt cx="1229717" cy="426590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2100EE01-AC49-1125-B221-EEC57E3D9778}"/>
                </a:ext>
              </a:extLst>
            </p:cNvPr>
            <p:cNvSpPr/>
            <p:nvPr/>
          </p:nvSpPr>
          <p:spPr>
            <a:xfrm>
              <a:off x="8645236" y="590204"/>
              <a:ext cx="1055717" cy="426590"/>
            </a:xfrm>
            <a:prstGeom prst="roundRect">
              <a:avLst/>
            </a:prstGeom>
            <a:solidFill>
              <a:srgbClr val="FDF2DE"/>
            </a:solidFill>
            <a:ln>
              <a:solidFill>
                <a:srgbClr val="D564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40C6D77D-FB9F-82EE-9C81-07809FC724B0}"/>
                </a:ext>
              </a:extLst>
            </p:cNvPr>
            <p:cNvSpPr txBox="1"/>
            <p:nvPr/>
          </p:nvSpPr>
          <p:spPr>
            <a:xfrm>
              <a:off x="8551702" y="638176"/>
              <a:ext cx="1229717" cy="334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36" dirty="0">
                  <a:solidFill>
                    <a:srgbClr val="EE6F04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MO_FROZEN_FRAME</a:t>
              </a:r>
            </a:p>
            <a:p>
              <a:pPr algn="ctr"/>
              <a:r>
                <a:rPr lang="en-US" altLang="zh-CN" sz="836" b="1" dirty="0">
                  <a:solidFill>
                    <a:srgbClr val="EE6F04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3.8s-4.2s</a:t>
              </a:r>
              <a:endParaRPr lang="zh-CN" altLang="en-US" sz="836" b="1" dirty="0">
                <a:solidFill>
                  <a:srgbClr val="EE6F04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506A57F5-1710-C697-0A4E-FDC61C8AD898}"/>
              </a:ext>
            </a:extLst>
          </p:cNvPr>
          <p:cNvGrpSpPr/>
          <p:nvPr/>
        </p:nvGrpSpPr>
        <p:grpSpPr>
          <a:xfrm>
            <a:off x="10619917" y="829814"/>
            <a:ext cx="1104790" cy="434095"/>
            <a:chOff x="9725886" y="590204"/>
            <a:chExt cx="1057814" cy="415637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0A602D2C-2AD0-0C11-756E-16E7F0EE420C}"/>
                </a:ext>
              </a:extLst>
            </p:cNvPr>
            <p:cNvSpPr/>
            <p:nvPr/>
          </p:nvSpPr>
          <p:spPr>
            <a:xfrm>
              <a:off x="9817330" y="590204"/>
              <a:ext cx="889461" cy="415637"/>
            </a:xfrm>
            <a:prstGeom prst="roundRect">
              <a:avLst/>
            </a:prstGeom>
            <a:solidFill>
              <a:srgbClr val="EEF3DE"/>
            </a:solidFill>
            <a:ln>
              <a:solidFill>
                <a:srgbClr val="3879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2811492B-33DD-B580-6555-2D1E0A19D560}"/>
                </a:ext>
              </a:extLst>
            </p:cNvPr>
            <p:cNvSpPr txBox="1"/>
            <p:nvPr/>
          </p:nvSpPr>
          <p:spPr>
            <a:xfrm>
              <a:off x="9725886" y="652462"/>
              <a:ext cx="1057814" cy="3191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83" dirty="0">
                  <a:solidFill>
                    <a:srgbClr val="2A8223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AL_PROP_MISSING</a:t>
              </a:r>
            </a:p>
            <a:p>
              <a:pPr algn="ctr"/>
              <a:r>
                <a:rPr lang="en-US" altLang="zh-CN" sz="783" b="1" dirty="0">
                  <a:solidFill>
                    <a:srgbClr val="2A8223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4.0s-5.0s</a:t>
              </a:r>
              <a:endParaRPr lang="zh-CN" altLang="en-US" sz="783" b="1" dirty="0">
                <a:solidFill>
                  <a:srgbClr val="2A8223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36B76E8D-D657-C8EB-2C4A-10B1CCC0A4D8}"/>
              </a:ext>
            </a:extLst>
          </p:cNvPr>
          <p:cNvGrpSpPr/>
          <p:nvPr/>
        </p:nvGrpSpPr>
        <p:grpSpPr>
          <a:xfrm>
            <a:off x="8988637" y="1473463"/>
            <a:ext cx="1910013" cy="649631"/>
            <a:chOff x="8296102" y="1123663"/>
            <a:chExt cx="1828800" cy="622009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C1E162E7-D5D9-5D93-EBEA-2F7C22574266}"/>
                </a:ext>
              </a:extLst>
            </p:cNvPr>
            <p:cNvSpPr/>
            <p:nvPr/>
          </p:nvSpPr>
          <p:spPr>
            <a:xfrm>
              <a:off x="8296102" y="1271846"/>
              <a:ext cx="1828800" cy="473826"/>
            </a:xfrm>
            <a:prstGeom prst="roundRect">
              <a:avLst/>
            </a:prstGeom>
            <a:solidFill>
              <a:srgbClr val="F8F5E5"/>
            </a:solidFill>
            <a:ln>
              <a:solidFill>
                <a:srgbClr val="1212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211E5B34-10C2-DC82-096F-32D5D77B4B80}"/>
                </a:ext>
              </a:extLst>
            </p:cNvPr>
            <p:cNvSpPr txBox="1"/>
            <p:nvPr/>
          </p:nvSpPr>
          <p:spPr>
            <a:xfrm>
              <a:off x="8657126" y="1123663"/>
              <a:ext cx="1042466" cy="303838"/>
            </a:xfrm>
            <a:prstGeom prst="rect">
              <a:avLst/>
            </a:prstGeom>
            <a:gradFill flip="none" rotWithShape="1">
              <a:gsLst>
                <a:gs pos="43000">
                  <a:srgbClr val="F1F8E7"/>
                </a:gs>
                <a:gs pos="100000">
                  <a:srgbClr val="F8F5E5"/>
                </a:gs>
              </a:gsLst>
              <a:lin ang="5400000" scaled="1"/>
              <a:tileRect/>
            </a:gradFill>
          </p:spPr>
          <p:txBody>
            <a:bodyPr wrap="none" rtlCol="0">
              <a:spAutoFit/>
            </a:bodyPr>
            <a:lstStyle/>
            <a:p>
              <a:r>
                <a:rPr lang="en-US" altLang="zh-CN" sz="1462" b="1" dirty="0">
                  <a:latin typeface="Ink Free" panose="03080402000500000000" pitchFamily="66" charset="0"/>
                </a:rPr>
                <a:t>Repair Plan</a:t>
              </a:r>
              <a:endParaRPr lang="zh-CN" altLang="en-US" sz="1462" b="1" dirty="0">
                <a:latin typeface="Ink Free" panose="03080402000500000000" pitchFamily="66" charset="0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472D0E5A-9367-0D1B-2914-51C06B58F72E}"/>
                </a:ext>
              </a:extLst>
            </p:cNvPr>
            <p:cNvSpPr txBox="1"/>
            <p:nvPr/>
          </p:nvSpPr>
          <p:spPr>
            <a:xfrm>
              <a:off x="8353678" y="1388268"/>
              <a:ext cx="1716263" cy="30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62" dirty="0" err="1">
                  <a:solidFill>
                    <a:srgbClr val="5F6362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Code+Span+Target</a:t>
              </a:r>
              <a:endParaRPr lang="zh-CN" altLang="en-US" sz="1462" dirty="0">
                <a:solidFill>
                  <a:srgbClr val="5F6362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4C4DE6AF-6B59-C358-0EC3-04E7C4947B2C}"/>
              </a:ext>
            </a:extLst>
          </p:cNvPr>
          <p:cNvGrpSpPr/>
          <p:nvPr/>
        </p:nvGrpSpPr>
        <p:grpSpPr>
          <a:xfrm>
            <a:off x="8687835" y="2297453"/>
            <a:ext cx="2468999" cy="1542237"/>
            <a:chOff x="8188037" y="1952338"/>
            <a:chExt cx="2086493" cy="1476661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F62993FE-BC17-ED31-4928-D306C4415CCC}"/>
                </a:ext>
              </a:extLst>
            </p:cNvPr>
            <p:cNvSpPr/>
            <p:nvPr/>
          </p:nvSpPr>
          <p:spPr>
            <a:xfrm>
              <a:off x="8188037" y="2103120"/>
              <a:ext cx="2086493" cy="1325879"/>
            </a:xfrm>
            <a:prstGeom prst="roundRect">
              <a:avLst>
                <a:gd name="adj" fmla="val 5532"/>
              </a:avLst>
            </a:prstGeom>
            <a:solidFill>
              <a:srgbClr val="F8F5E5"/>
            </a:solidFill>
            <a:ln>
              <a:solidFill>
                <a:srgbClr val="1212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80"/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C8455952-F648-89C0-8B83-22D081FDF289}"/>
                </a:ext>
              </a:extLst>
            </p:cNvPr>
            <p:cNvSpPr txBox="1"/>
            <p:nvPr/>
          </p:nvSpPr>
          <p:spPr>
            <a:xfrm>
              <a:off x="8336451" y="1952338"/>
              <a:ext cx="1568967" cy="273019"/>
            </a:xfrm>
            <a:prstGeom prst="rect">
              <a:avLst/>
            </a:prstGeom>
            <a:gradFill flip="none" rotWithShape="1">
              <a:gsLst>
                <a:gs pos="43000">
                  <a:srgbClr val="F1F8E7"/>
                </a:gs>
                <a:gs pos="100000">
                  <a:srgbClr val="F8F5E5"/>
                </a:gs>
              </a:gsLst>
              <a:lin ang="5400000" scaled="1"/>
              <a:tileRect/>
            </a:gradFill>
          </p:spPr>
          <p:txBody>
            <a:bodyPr wrap="none" rtlCol="0">
              <a:spAutoFit/>
            </a:bodyPr>
            <a:lstStyle/>
            <a:p>
              <a:r>
                <a:rPr lang="en-US" altLang="zh-CN" sz="1253" b="1" dirty="0">
                  <a:latin typeface="Ink Free" panose="03080402000500000000" pitchFamily="66" charset="0"/>
                </a:rPr>
                <a:t>Executable Patch Bundle</a:t>
              </a:r>
              <a:endParaRPr lang="zh-CN" altLang="en-US" sz="1253" b="1" dirty="0">
                <a:latin typeface="Ink Free" panose="03080402000500000000" pitchFamily="66" charset="0"/>
              </a:endParaRPr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3E8BB10D-51EC-F468-5136-DB0615D348DA}"/>
                </a:ext>
              </a:extLst>
            </p:cNvPr>
            <p:cNvSpPr/>
            <p:nvPr/>
          </p:nvSpPr>
          <p:spPr>
            <a:xfrm>
              <a:off x="8459656" y="2173855"/>
              <a:ext cx="1546356" cy="277572"/>
            </a:xfrm>
            <a:prstGeom prst="roundRect">
              <a:avLst/>
            </a:prstGeom>
            <a:solidFill>
              <a:srgbClr val="DFEDF8"/>
            </a:solidFill>
            <a:ln>
              <a:solidFill>
                <a:srgbClr val="647ECE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62" b="1" dirty="0">
                  <a:solidFill>
                    <a:srgbClr val="145BC6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Inject Reference</a:t>
              </a:r>
              <a:endParaRPr lang="zh-CN" altLang="en-US" sz="1462" b="1" dirty="0">
                <a:solidFill>
                  <a:srgbClr val="145BC6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1DEE2A0B-3FC9-8B01-9735-6E857CD3830F}"/>
                </a:ext>
              </a:extLst>
            </p:cNvPr>
            <p:cNvSpPr/>
            <p:nvPr/>
          </p:nvSpPr>
          <p:spPr>
            <a:xfrm>
              <a:off x="8432292" y="2549345"/>
              <a:ext cx="1573345" cy="277572"/>
            </a:xfrm>
            <a:prstGeom prst="roundRect">
              <a:avLst/>
            </a:prstGeom>
            <a:solidFill>
              <a:srgbClr val="F9EFD9"/>
            </a:solidFill>
            <a:ln>
              <a:solidFill>
                <a:srgbClr val="CF552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3" b="1" dirty="0">
                  <a:solidFill>
                    <a:srgbClr val="EE6F04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Motion Constraint</a:t>
              </a:r>
              <a:endParaRPr lang="zh-CN" altLang="en-US" sz="1253" b="1" dirty="0">
                <a:solidFill>
                  <a:srgbClr val="EE6F04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8484893E-D3AB-1F86-3110-E919FE393B39}"/>
                </a:ext>
              </a:extLst>
            </p:cNvPr>
            <p:cNvSpPr/>
            <p:nvPr/>
          </p:nvSpPr>
          <p:spPr>
            <a:xfrm>
              <a:off x="8451948" y="2937116"/>
              <a:ext cx="1558656" cy="277572"/>
            </a:xfrm>
            <a:prstGeom prst="roundRect">
              <a:avLst/>
            </a:prstGeom>
            <a:solidFill>
              <a:srgbClr val="ECF3E3"/>
            </a:solidFill>
            <a:ln>
              <a:solidFill>
                <a:srgbClr val="4C974C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62" b="1" dirty="0">
                  <a:solidFill>
                    <a:srgbClr val="2A8223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Inject Prop</a:t>
              </a:r>
              <a:endParaRPr lang="zh-CN" altLang="en-US" sz="1462" b="1" dirty="0">
                <a:solidFill>
                  <a:srgbClr val="2A8223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62ABC592-B71B-8A03-928F-228582466DAF}"/>
                </a:ext>
              </a:extLst>
            </p:cNvPr>
            <p:cNvSpPr txBox="1"/>
            <p:nvPr/>
          </p:nvSpPr>
          <p:spPr>
            <a:xfrm>
              <a:off x="8657256" y="3214688"/>
              <a:ext cx="1150377" cy="211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36" dirty="0">
                  <a:solidFill>
                    <a:srgbClr val="5F6362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Conditioned on Records</a:t>
              </a:r>
              <a:endParaRPr lang="zh-CN" altLang="en-US" sz="836" dirty="0">
                <a:solidFill>
                  <a:srgbClr val="5F6362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03F10D83-5222-E7B9-186E-73FC0FAFF793}"/>
              </a:ext>
            </a:extLst>
          </p:cNvPr>
          <p:cNvGrpSpPr/>
          <p:nvPr/>
        </p:nvGrpSpPr>
        <p:grpSpPr>
          <a:xfrm>
            <a:off x="8805659" y="4002054"/>
            <a:ext cx="2352788" cy="1480165"/>
            <a:chOff x="7966885" y="3467049"/>
            <a:chExt cx="2252748" cy="1417228"/>
          </a:xfrm>
        </p:grpSpPr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948156F1-74EB-A473-C2B9-03885B233E07}"/>
                </a:ext>
              </a:extLst>
            </p:cNvPr>
            <p:cNvGrpSpPr/>
            <p:nvPr/>
          </p:nvGrpSpPr>
          <p:grpSpPr>
            <a:xfrm>
              <a:off x="7966885" y="3467049"/>
              <a:ext cx="2252748" cy="1417228"/>
              <a:chOff x="8071660" y="3428948"/>
              <a:chExt cx="2252748" cy="1417228"/>
            </a:xfrm>
          </p:grpSpPr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F77CDABA-E206-5BC1-80D8-43DC2383C58A}"/>
                  </a:ext>
                </a:extLst>
              </p:cNvPr>
              <p:cNvSpPr/>
              <p:nvPr/>
            </p:nvSpPr>
            <p:spPr>
              <a:xfrm>
                <a:off x="8071660" y="3557849"/>
                <a:ext cx="2252748" cy="1255220"/>
              </a:xfrm>
              <a:prstGeom prst="roundRect">
                <a:avLst>
                  <a:gd name="adj" fmla="val 5532"/>
                </a:avLst>
              </a:prstGeom>
              <a:solidFill>
                <a:srgbClr val="F8F5E5"/>
              </a:solidFill>
              <a:ln>
                <a:solidFill>
                  <a:srgbClr val="12121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80"/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075F111E-286E-BB41-9DBD-F64ECF3D49F0}"/>
                  </a:ext>
                </a:extLst>
              </p:cNvPr>
              <p:cNvSpPr txBox="1"/>
              <p:nvPr/>
            </p:nvSpPr>
            <p:spPr>
              <a:xfrm>
                <a:off x="8505916" y="3428948"/>
                <a:ext cx="1438455" cy="273019"/>
              </a:xfrm>
              <a:prstGeom prst="rect">
                <a:avLst/>
              </a:prstGeom>
              <a:gradFill flip="none" rotWithShape="1">
                <a:gsLst>
                  <a:gs pos="43000">
                    <a:srgbClr val="F1F8E7"/>
                  </a:gs>
                  <a:gs pos="100000">
                    <a:srgbClr val="F8F5E5"/>
                  </a:gs>
                </a:gsLst>
                <a:lin ang="5400000" scaled="1"/>
                <a:tileRect/>
              </a:gra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53" b="1" dirty="0">
                    <a:latin typeface="Ink Free" panose="03080402000500000000" pitchFamily="66" charset="0"/>
                  </a:rPr>
                  <a:t>Re-generated Video</a:t>
                </a:r>
                <a:endParaRPr lang="zh-CN" altLang="en-US" sz="1253" b="1" dirty="0">
                  <a:latin typeface="Ink Free" panose="03080402000500000000" pitchFamily="66" charset="0"/>
                </a:endParaRPr>
              </a:p>
            </p:txBody>
          </p:sp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17B5D1F2-0BAF-1B8D-D404-F2B6C0300A0F}"/>
                  </a:ext>
                </a:extLst>
              </p:cNvPr>
              <p:cNvGrpSpPr/>
              <p:nvPr/>
            </p:nvGrpSpPr>
            <p:grpSpPr>
              <a:xfrm>
                <a:off x="8084358" y="3762232"/>
                <a:ext cx="2102123" cy="1083944"/>
                <a:chOff x="1073958" y="766879"/>
                <a:chExt cx="2102123" cy="1083944"/>
              </a:xfrm>
            </p:grpSpPr>
            <p:grpSp>
              <p:nvGrpSpPr>
                <p:cNvPr id="163" name="组合 162">
                  <a:extLst>
                    <a:ext uri="{FF2B5EF4-FFF2-40B4-BE49-F238E27FC236}">
                      <a16:creationId xmlns:a16="http://schemas.microsoft.com/office/drawing/2014/main" id="{EE5D90C5-7F1A-2F70-EE52-04A6A9867D51}"/>
                    </a:ext>
                  </a:extLst>
                </p:cNvPr>
                <p:cNvGrpSpPr/>
                <p:nvPr/>
              </p:nvGrpSpPr>
              <p:grpSpPr>
                <a:xfrm>
                  <a:off x="1134162" y="766879"/>
                  <a:ext cx="1579266" cy="811913"/>
                  <a:chOff x="699983" y="2644134"/>
                  <a:chExt cx="1714639" cy="721435"/>
                </a:xfrm>
              </p:grpSpPr>
              <p:pic>
                <p:nvPicPr>
                  <p:cNvPr id="169" name="图片 168">
                    <a:extLst>
                      <a:ext uri="{FF2B5EF4-FFF2-40B4-BE49-F238E27FC236}">
                        <a16:creationId xmlns:a16="http://schemas.microsoft.com/office/drawing/2014/main" id="{79ADB63B-9E67-7E72-70CA-5994C9FD95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838416" y="2644134"/>
                    <a:ext cx="576206" cy="720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  <a:effectLst>
                    <a:softEdge rad="12700"/>
                  </a:effectLst>
                </p:spPr>
              </p:pic>
              <p:pic>
                <p:nvPicPr>
                  <p:cNvPr id="170" name="图片 169">
                    <a:extLst>
                      <a:ext uri="{FF2B5EF4-FFF2-40B4-BE49-F238E27FC236}">
                        <a16:creationId xmlns:a16="http://schemas.microsoft.com/office/drawing/2014/main" id="{BAB4AC99-04D7-5250-3820-9D41728A32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71785" y="2644549"/>
                    <a:ext cx="576205" cy="720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  <a:effectLst>
                    <a:softEdge rad="12700"/>
                  </a:effectLst>
                </p:spPr>
              </p:pic>
              <p:pic>
                <p:nvPicPr>
                  <p:cNvPr id="171" name="图片 170">
                    <a:extLst>
                      <a:ext uri="{FF2B5EF4-FFF2-40B4-BE49-F238E27FC236}">
                        <a16:creationId xmlns:a16="http://schemas.microsoft.com/office/drawing/2014/main" id="{5635A38C-EDBB-B245-E263-6D62B5C62C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9983" y="2645569"/>
                    <a:ext cx="576205" cy="720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  <a:effectLst>
                    <a:softEdge rad="12700"/>
                  </a:effectLst>
                </p:spPr>
              </p:pic>
            </p:grpSp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BDCF97BA-0581-739B-A09C-B0B03CF561DE}"/>
                    </a:ext>
                  </a:extLst>
                </p:cNvPr>
                <p:cNvSpPr txBox="1"/>
                <p:nvPr/>
              </p:nvSpPr>
              <p:spPr>
                <a:xfrm>
                  <a:off x="1073958" y="1575033"/>
                  <a:ext cx="509876" cy="2730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53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t=0s</a:t>
                  </a:r>
                  <a:endParaRPr lang="zh-CN" altLang="en-US" sz="1253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7B44DB20-0A18-A33D-231F-407F37A210DA}"/>
                    </a:ext>
                  </a:extLst>
                </p:cNvPr>
                <p:cNvSpPr txBox="1"/>
                <p:nvPr/>
              </p:nvSpPr>
              <p:spPr>
                <a:xfrm>
                  <a:off x="1640493" y="1565104"/>
                  <a:ext cx="505271" cy="2730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53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t=2s</a:t>
                  </a:r>
                  <a:endParaRPr lang="zh-CN" altLang="en-US" sz="1253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C949686A-4C6C-2F75-ADA6-A261E1E3BAED}"/>
                    </a:ext>
                  </a:extLst>
                </p:cNvPr>
                <p:cNvSpPr txBox="1"/>
                <p:nvPr/>
              </p:nvSpPr>
              <p:spPr>
                <a:xfrm>
                  <a:off x="2149071" y="1571454"/>
                  <a:ext cx="506806" cy="2730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53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t=4s</a:t>
                  </a:r>
                  <a:endParaRPr lang="zh-CN" altLang="en-US" sz="1253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D22E0BAE-FD8F-A538-D8A4-2F2B4C855FE2}"/>
                    </a:ext>
                  </a:extLst>
                </p:cNvPr>
                <p:cNvSpPr txBox="1"/>
                <p:nvPr/>
              </p:nvSpPr>
              <p:spPr>
                <a:xfrm>
                  <a:off x="2670810" y="1577804"/>
                  <a:ext cx="505271" cy="2730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53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t=6s</a:t>
                  </a:r>
                  <a:endParaRPr lang="zh-CN" altLang="en-US" sz="1253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</p:grpSp>
        </p:grpSp>
        <p:pic>
          <p:nvPicPr>
            <p:cNvPr id="192" name="图片 191">
              <a:extLst>
                <a:ext uri="{FF2B5EF4-FFF2-40B4-BE49-F238E27FC236}">
                  <a16:creationId xmlns:a16="http://schemas.microsoft.com/office/drawing/2014/main" id="{BE9A50A5-3072-4211-97EF-F0C776DE6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9201" y="3800333"/>
              <a:ext cx="530714" cy="810298"/>
            </a:xfrm>
            <a:prstGeom prst="rect">
              <a:avLst/>
            </a:prstGeom>
            <a:ln w="28575">
              <a:solidFill>
                <a:schemeClr val="tx1"/>
              </a:solidFill>
            </a:ln>
            <a:effectLst>
              <a:softEdge rad="12700"/>
            </a:effectLst>
          </p:spPr>
        </p:pic>
      </p:grp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36D0F667-CD38-1888-F2DC-82B53A2CDE10}"/>
              </a:ext>
            </a:extLst>
          </p:cNvPr>
          <p:cNvGrpSpPr/>
          <p:nvPr/>
        </p:nvGrpSpPr>
        <p:grpSpPr>
          <a:xfrm>
            <a:off x="8659616" y="5727504"/>
            <a:ext cx="2649510" cy="893282"/>
            <a:chOff x="7907308" y="5016991"/>
            <a:chExt cx="2536854" cy="855300"/>
          </a:xfrm>
        </p:grpSpPr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1C807EFE-1E32-C637-53AF-985735F16F41}"/>
                </a:ext>
              </a:extLst>
            </p:cNvPr>
            <p:cNvGrpSpPr/>
            <p:nvPr/>
          </p:nvGrpSpPr>
          <p:grpSpPr>
            <a:xfrm>
              <a:off x="7907308" y="5016991"/>
              <a:ext cx="2536854" cy="855300"/>
              <a:chOff x="7826346" y="5074141"/>
              <a:chExt cx="2536854" cy="855300"/>
            </a:xfrm>
          </p:grpSpPr>
          <p:grpSp>
            <p:nvGrpSpPr>
              <p:cNvPr id="189" name="组合 188">
                <a:extLst>
                  <a:ext uri="{FF2B5EF4-FFF2-40B4-BE49-F238E27FC236}">
                    <a16:creationId xmlns:a16="http://schemas.microsoft.com/office/drawing/2014/main" id="{7607598E-CE3B-1114-E99C-367F2A35C46B}"/>
                  </a:ext>
                </a:extLst>
              </p:cNvPr>
              <p:cNvGrpSpPr/>
              <p:nvPr/>
            </p:nvGrpSpPr>
            <p:grpSpPr>
              <a:xfrm>
                <a:off x="7826346" y="5074141"/>
                <a:ext cx="2536854" cy="855300"/>
                <a:chOff x="7826346" y="5074141"/>
                <a:chExt cx="2536854" cy="855300"/>
              </a:xfrm>
            </p:grpSpPr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5A086127-771D-7B20-FE9B-1481775ED8B2}"/>
                    </a:ext>
                  </a:extLst>
                </p:cNvPr>
                <p:cNvSpPr/>
                <p:nvPr/>
              </p:nvSpPr>
              <p:spPr>
                <a:xfrm>
                  <a:off x="7826346" y="5174456"/>
                  <a:ext cx="2536854" cy="754985"/>
                </a:xfrm>
                <a:prstGeom prst="roundRect">
                  <a:avLst>
                    <a:gd name="adj" fmla="val 5532"/>
                  </a:avLst>
                </a:prstGeom>
                <a:solidFill>
                  <a:srgbClr val="F8F5E5"/>
                </a:solidFill>
                <a:ln>
                  <a:solidFill>
                    <a:srgbClr val="12121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80"/>
                </a:p>
              </p:txBody>
            </p:sp>
            <p:pic>
              <p:nvPicPr>
                <p:cNvPr id="180" name="图片 179">
                  <a:extLst>
                    <a:ext uri="{FF2B5EF4-FFF2-40B4-BE49-F238E27FC236}">
                      <a16:creationId xmlns:a16="http://schemas.microsoft.com/office/drawing/2014/main" id="{0F65588D-973D-449B-BA5E-C7292631C7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87405" y="5217153"/>
                  <a:ext cx="2186247" cy="553358"/>
                </a:xfrm>
                <a:prstGeom prst="rect">
                  <a:avLst/>
                </a:prstGeom>
              </p:spPr>
            </p:pic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B995EB12-6774-7AAC-BF80-66898CFE5DC5}"/>
                    </a:ext>
                  </a:extLst>
                </p:cNvPr>
                <p:cNvSpPr txBox="1"/>
                <p:nvPr/>
              </p:nvSpPr>
              <p:spPr>
                <a:xfrm>
                  <a:off x="8564790" y="5074141"/>
                  <a:ext cx="1140696" cy="242260"/>
                </a:xfrm>
                <a:prstGeom prst="rect">
                  <a:avLst/>
                </a:prstGeom>
                <a:gradFill flip="none" rotWithShape="1">
                  <a:gsLst>
                    <a:gs pos="43000">
                      <a:srgbClr val="F1F8E7"/>
                    </a:gs>
                    <a:gs pos="100000">
                      <a:srgbClr val="F8F5E5"/>
                    </a:gs>
                  </a:gsLst>
                  <a:lin ang="5400000" scaled="1"/>
                  <a:tileRect/>
                </a:gra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44" b="1" dirty="0">
                      <a:latin typeface="Ink Free" panose="03080402000500000000" pitchFamily="66" charset="0"/>
                    </a:rPr>
                    <a:t>Verification Check</a:t>
                  </a:r>
                  <a:endParaRPr lang="zh-CN" altLang="en-US" sz="1044" b="1" dirty="0">
                    <a:latin typeface="Ink Free" panose="03080402000500000000" pitchFamily="66" charset="0"/>
                  </a:endParaRPr>
                </a:p>
              </p:txBody>
            </p:sp>
          </p:grp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D9F0FC23-82BB-FBAB-05BF-F54BB86D7F91}"/>
                  </a:ext>
                </a:extLst>
              </p:cNvPr>
              <p:cNvSpPr txBox="1"/>
              <p:nvPr/>
            </p:nvSpPr>
            <p:spPr>
              <a:xfrm>
                <a:off x="7907355" y="5299308"/>
                <a:ext cx="288858" cy="211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36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0s</a:t>
                </a:r>
                <a:endParaRPr lang="zh-CN" altLang="en-US" sz="836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72F7A2A3-3CD7-7E3D-013F-C429F0DD4C51}"/>
                  </a:ext>
                </a:extLst>
              </p:cNvPr>
              <p:cNvSpPr txBox="1"/>
              <p:nvPr/>
            </p:nvSpPr>
            <p:spPr>
              <a:xfrm>
                <a:off x="8253430" y="5296133"/>
                <a:ext cx="259696" cy="211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36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1s</a:t>
                </a:r>
                <a:endParaRPr lang="zh-CN" altLang="en-US" sz="836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52F831CC-8BD7-CCAE-5A81-3C8A75B71A51}"/>
                  </a:ext>
                </a:extLst>
              </p:cNvPr>
              <p:cNvSpPr txBox="1"/>
              <p:nvPr/>
            </p:nvSpPr>
            <p:spPr>
              <a:xfrm>
                <a:off x="8598712" y="5283433"/>
                <a:ext cx="285789" cy="211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36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2s</a:t>
                </a:r>
                <a:endParaRPr lang="zh-CN" altLang="en-US" sz="836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2B110321-B695-A635-5140-CAB4C76E8147}"/>
                  </a:ext>
                </a:extLst>
              </p:cNvPr>
              <p:cNvSpPr txBox="1"/>
              <p:nvPr/>
            </p:nvSpPr>
            <p:spPr>
              <a:xfrm>
                <a:off x="8930499" y="5291370"/>
                <a:ext cx="285789" cy="211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36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3s</a:t>
                </a:r>
                <a:endParaRPr lang="zh-CN" altLang="en-US" sz="836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5443E150-961D-0EFC-010B-B90726C8E56D}"/>
                  </a:ext>
                </a:extLst>
              </p:cNvPr>
              <p:cNvSpPr txBox="1"/>
              <p:nvPr/>
            </p:nvSpPr>
            <p:spPr>
              <a:xfrm>
                <a:off x="9298005" y="5299308"/>
                <a:ext cx="287323" cy="211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36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4s</a:t>
                </a:r>
                <a:endParaRPr lang="zh-CN" altLang="en-US" sz="836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36A9419D-9A33-C7C5-3E18-FB5BF3047D8B}"/>
                  </a:ext>
                </a:extLst>
              </p:cNvPr>
              <p:cNvSpPr txBox="1"/>
              <p:nvPr/>
            </p:nvSpPr>
            <p:spPr>
              <a:xfrm>
                <a:off x="9653605" y="5299308"/>
                <a:ext cx="285789" cy="211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36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5s</a:t>
                </a:r>
                <a:endParaRPr lang="zh-CN" altLang="en-US" sz="836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C2594CF1-6C3B-F5A6-B41F-F1FC1ACDD3A4}"/>
                  </a:ext>
                </a:extLst>
              </p:cNvPr>
              <p:cNvSpPr txBox="1"/>
              <p:nvPr/>
            </p:nvSpPr>
            <p:spPr>
              <a:xfrm>
                <a:off x="9974280" y="5308833"/>
                <a:ext cx="285789" cy="211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36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6s</a:t>
                </a:r>
                <a:endParaRPr lang="zh-CN" altLang="en-US" sz="836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</p:grp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6D7B9D04-84D4-E44E-8149-8C5B6F806BFD}"/>
                </a:ext>
              </a:extLst>
            </p:cNvPr>
            <p:cNvSpPr/>
            <p:nvPr/>
          </p:nvSpPr>
          <p:spPr>
            <a:xfrm>
              <a:off x="8170381" y="5568157"/>
              <a:ext cx="766449" cy="242799"/>
            </a:xfrm>
            <a:custGeom>
              <a:avLst/>
              <a:gdLst>
                <a:gd name="csX0" fmla="*/ 0 w 766449"/>
                <a:gd name="csY0" fmla="*/ 40467 h 242799"/>
                <a:gd name="csX1" fmla="*/ 40467 w 766449"/>
                <a:gd name="csY1" fmla="*/ 0 h 242799"/>
                <a:gd name="csX2" fmla="*/ 725982 w 766449"/>
                <a:gd name="csY2" fmla="*/ 0 h 242799"/>
                <a:gd name="csX3" fmla="*/ 766449 w 766449"/>
                <a:gd name="csY3" fmla="*/ 40467 h 242799"/>
                <a:gd name="csX4" fmla="*/ 766449 w 766449"/>
                <a:gd name="csY4" fmla="*/ 202332 h 242799"/>
                <a:gd name="csX5" fmla="*/ 725982 w 766449"/>
                <a:gd name="csY5" fmla="*/ 242799 h 242799"/>
                <a:gd name="csX6" fmla="*/ 40467 w 766449"/>
                <a:gd name="csY6" fmla="*/ 242799 h 242799"/>
                <a:gd name="csX7" fmla="*/ 0 w 766449"/>
                <a:gd name="csY7" fmla="*/ 202332 h 242799"/>
                <a:gd name="csX8" fmla="*/ 0 w 766449"/>
                <a:gd name="csY8" fmla="*/ 40467 h 24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66449" h="242799" fill="none" extrusionOk="0">
                  <a:moveTo>
                    <a:pt x="0" y="40467"/>
                  </a:moveTo>
                  <a:cubicBezTo>
                    <a:pt x="-3554" y="17543"/>
                    <a:pt x="19896" y="1454"/>
                    <a:pt x="40467" y="0"/>
                  </a:cubicBezTo>
                  <a:cubicBezTo>
                    <a:pt x="306128" y="-38596"/>
                    <a:pt x="609973" y="8650"/>
                    <a:pt x="725982" y="0"/>
                  </a:cubicBezTo>
                  <a:cubicBezTo>
                    <a:pt x="749341" y="1556"/>
                    <a:pt x="767174" y="19007"/>
                    <a:pt x="766449" y="40467"/>
                  </a:cubicBezTo>
                  <a:cubicBezTo>
                    <a:pt x="773575" y="95372"/>
                    <a:pt x="768190" y="166266"/>
                    <a:pt x="766449" y="202332"/>
                  </a:cubicBezTo>
                  <a:cubicBezTo>
                    <a:pt x="763597" y="225149"/>
                    <a:pt x="747140" y="241977"/>
                    <a:pt x="725982" y="242799"/>
                  </a:cubicBezTo>
                  <a:cubicBezTo>
                    <a:pt x="468048" y="263661"/>
                    <a:pt x="268305" y="197444"/>
                    <a:pt x="40467" y="242799"/>
                  </a:cubicBezTo>
                  <a:cubicBezTo>
                    <a:pt x="18145" y="242433"/>
                    <a:pt x="-2823" y="226329"/>
                    <a:pt x="0" y="202332"/>
                  </a:cubicBezTo>
                  <a:cubicBezTo>
                    <a:pt x="-4287" y="128725"/>
                    <a:pt x="13804" y="101870"/>
                    <a:pt x="0" y="40467"/>
                  </a:cubicBezTo>
                  <a:close/>
                </a:path>
                <a:path w="766449" h="242799" stroke="0" extrusionOk="0">
                  <a:moveTo>
                    <a:pt x="0" y="40467"/>
                  </a:moveTo>
                  <a:cubicBezTo>
                    <a:pt x="-1587" y="17139"/>
                    <a:pt x="14360" y="1410"/>
                    <a:pt x="40467" y="0"/>
                  </a:cubicBezTo>
                  <a:cubicBezTo>
                    <a:pt x="319451" y="-37847"/>
                    <a:pt x="428457" y="-18125"/>
                    <a:pt x="725982" y="0"/>
                  </a:cubicBezTo>
                  <a:cubicBezTo>
                    <a:pt x="747693" y="623"/>
                    <a:pt x="766360" y="18609"/>
                    <a:pt x="766449" y="40467"/>
                  </a:cubicBezTo>
                  <a:cubicBezTo>
                    <a:pt x="754870" y="104424"/>
                    <a:pt x="755460" y="167700"/>
                    <a:pt x="766449" y="202332"/>
                  </a:cubicBezTo>
                  <a:cubicBezTo>
                    <a:pt x="770341" y="225143"/>
                    <a:pt x="749489" y="240416"/>
                    <a:pt x="725982" y="242799"/>
                  </a:cubicBezTo>
                  <a:cubicBezTo>
                    <a:pt x="497948" y="236718"/>
                    <a:pt x="370364" y="256269"/>
                    <a:pt x="40467" y="242799"/>
                  </a:cubicBezTo>
                  <a:cubicBezTo>
                    <a:pt x="17861" y="240349"/>
                    <a:pt x="-2087" y="227582"/>
                    <a:pt x="0" y="202332"/>
                  </a:cubicBezTo>
                  <a:cubicBezTo>
                    <a:pt x="-2113" y="126038"/>
                    <a:pt x="3802" y="68458"/>
                    <a:pt x="0" y="40467"/>
                  </a:cubicBezTo>
                  <a:close/>
                </a:path>
              </a:pathLst>
            </a:custGeom>
            <a:solidFill>
              <a:srgbClr val="ECF3E3"/>
            </a:solidFill>
            <a:ln>
              <a:solidFill>
                <a:srgbClr val="4C974C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44" dirty="0">
                  <a:solidFill>
                    <a:srgbClr val="2A8223"/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Resolved</a:t>
              </a:r>
              <a:endParaRPr lang="zh-CN" altLang="en-US" sz="1044" dirty="0">
                <a:solidFill>
                  <a:srgbClr val="2A8223"/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94" name="矩形: 圆角 193">
              <a:extLst>
                <a:ext uri="{FF2B5EF4-FFF2-40B4-BE49-F238E27FC236}">
                  <a16:creationId xmlns:a16="http://schemas.microsoft.com/office/drawing/2014/main" id="{010CE61D-747F-5CB3-B40E-D0AA4E2E410F}"/>
                </a:ext>
              </a:extLst>
            </p:cNvPr>
            <p:cNvSpPr/>
            <p:nvPr/>
          </p:nvSpPr>
          <p:spPr>
            <a:xfrm>
              <a:off x="9306844" y="5559425"/>
              <a:ext cx="910305" cy="247650"/>
            </a:xfrm>
            <a:custGeom>
              <a:avLst/>
              <a:gdLst>
                <a:gd name="csX0" fmla="*/ 0 w 910305"/>
                <a:gd name="csY0" fmla="*/ 41276 h 247650"/>
                <a:gd name="csX1" fmla="*/ 41276 w 910305"/>
                <a:gd name="csY1" fmla="*/ 0 h 247650"/>
                <a:gd name="csX2" fmla="*/ 446875 w 910305"/>
                <a:gd name="csY2" fmla="*/ 0 h 247650"/>
                <a:gd name="csX3" fmla="*/ 869029 w 910305"/>
                <a:gd name="csY3" fmla="*/ 0 h 247650"/>
                <a:gd name="csX4" fmla="*/ 910305 w 910305"/>
                <a:gd name="csY4" fmla="*/ 41276 h 247650"/>
                <a:gd name="csX5" fmla="*/ 910305 w 910305"/>
                <a:gd name="csY5" fmla="*/ 206374 h 247650"/>
                <a:gd name="csX6" fmla="*/ 869029 w 910305"/>
                <a:gd name="csY6" fmla="*/ 247650 h 247650"/>
                <a:gd name="csX7" fmla="*/ 479985 w 910305"/>
                <a:gd name="csY7" fmla="*/ 247650 h 247650"/>
                <a:gd name="csX8" fmla="*/ 41276 w 910305"/>
                <a:gd name="csY8" fmla="*/ 247650 h 247650"/>
                <a:gd name="csX9" fmla="*/ 0 w 910305"/>
                <a:gd name="csY9" fmla="*/ 206374 h 247650"/>
                <a:gd name="csX10" fmla="*/ 0 w 910305"/>
                <a:gd name="csY10" fmla="*/ 41276 h 247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10305" h="247650" fill="none" extrusionOk="0">
                  <a:moveTo>
                    <a:pt x="0" y="41276"/>
                  </a:moveTo>
                  <a:cubicBezTo>
                    <a:pt x="-1627" y="17988"/>
                    <a:pt x="20619" y="1431"/>
                    <a:pt x="41276" y="0"/>
                  </a:cubicBezTo>
                  <a:cubicBezTo>
                    <a:pt x="219131" y="1790"/>
                    <a:pt x="314149" y="17309"/>
                    <a:pt x="446875" y="0"/>
                  </a:cubicBezTo>
                  <a:cubicBezTo>
                    <a:pt x="579601" y="-17309"/>
                    <a:pt x="745682" y="-9209"/>
                    <a:pt x="869029" y="0"/>
                  </a:cubicBezTo>
                  <a:cubicBezTo>
                    <a:pt x="892036" y="2657"/>
                    <a:pt x="911722" y="18320"/>
                    <a:pt x="910305" y="41276"/>
                  </a:cubicBezTo>
                  <a:cubicBezTo>
                    <a:pt x="904850" y="116983"/>
                    <a:pt x="904167" y="156152"/>
                    <a:pt x="910305" y="206374"/>
                  </a:cubicBezTo>
                  <a:cubicBezTo>
                    <a:pt x="904891" y="229552"/>
                    <a:pt x="893755" y="248862"/>
                    <a:pt x="869029" y="247650"/>
                  </a:cubicBezTo>
                  <a:cubicBezTo>
                    <a:pt x="771042" y="261274"/>
                    <a:pt x="584886" y="246283"/>
                    <a:pt x="479985" y="247650"/>
                  </a:cubicBezTo>
                  <a:cubicBezTo>
                    <a:pt x="375084" y="249017"/>
                    <a:pt x="142221" y="226061"/>
                    <a:pt x="41276" y="247650"/>
                  </a:cubicBezTo>
                  <a:cubicBezTo>
                    <a:pt x="19189" y="249749"/>
                    <a:pt x="3686" y="228830"/>
                    <a:pt x="0" y="206374"/>
                  </a:cubicBezTo>
                  <a:cubicBezTo>
                    <a:pt x="5815" y="139561"/>
                    <a:pt x="4248" y="112233"/>
                    <a:pt x="0" y="41276"/>
                  </a:cubicBezTo>
                  <a:close/>
                </a:path>
                <a:path w="910305" h="247650" stroke="0" extrusionOk="0">
                  <a:moveTo>
                    <a:pt x="0" y="41276"/>
                  </a:moveTo>
                  <a:cubicBezTo>
                    <a:pt x="2942" y="19282"/>
                    <a:pt x="19123" y="1341"/>
                    <a:pt x="41276" y="0"/>
                  </a:cubicBezTo>
                  <a:cubicBezTo>
                    <a:pt x="192676" y="6086"/>
                    <a:pt x="286864" y="-9351"/>
                    <a:pt x="471708" y="0"/>
                  </a:cubicBezTo>
                  <a:cubicBezTo>
                    <a:pt x="656552" y="9351"/>
                    <a:pt x="759185" y="6420"/>
                    <a:pt x="869029" y="0"/>
                  </a:cubicBezTo>
                  <a:cubicBezTo>
                    <a:pt x="892411" y="-498"/>
                    <a:pt x="912523" y="16882"/>
                    <a:pt x="910305" y="41276"/>
                  </a:cubicBezTo>
                  <a:cubicBezTo>
                    <a:pt x="902628" y="90846"/>
                    <a:pt x="913913" y="139905"/>
                    <a:pt x="910305" y="206374"/>
                  </a:cubicBezTo>
                  <a:cubicBezTo>
                    <a:pt x="909696" y="228464"/>
                    <a:pt x="892731" y="252882"/>
                    <a:pt x="869029" y="247650"/>
                  </a:cubicBezTo>
                  <a:cubicBezTo>
                    <a:pt x="769284" y="259262"/>
                    <a:pt x="613881" y="264855"/>
                    <a:pt x="446875" y="247650"/>
                  </a:cubicBezTo>
                  <a:cubicBezTo>
                    <a:pt x="279869" y="230445"/>
                    <a:pt x="234944" y="253452"/>
                    <a:pt x="41276" y="247650"/>
                  </a:cubicBezTo>
                  <a:cubicBezTo>
                    <a:pt x="19472" y="249295"/>
                    <a:pt x="-4240" y="229489"/>
                    <a:pt x="0" y="206374"/>
                  </a:cubicBezTo>
                  <a:cubicBezTo>
                    <a:pt x="-7396" y="162570"/>
                    <a:pt x="3494" y="118057"/>
                    <a:pt x="0" y="41276"/>
                  </a:cubicBezTo>
                  <a:close/>
                </a:path>
              </a:pathLst>
            </a:custGeom>
            <a:solidFill>
              <a:srgbClr val="E9EAE9"/>
            </a:solidFill>
            <a:ln>
              <a:solidFill>
                <a:srgbClr val="5F6362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852854689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36" dirty="0">
                  <a:solidFill>
                    <a:schemeClr val="bg1">
                      <a:lumMod val="6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Remaining </a:t>
              </a:r>
              <a:r>
                <a:rPr lang="en-US" altLang="zh-CN" sz="836" dirty="0">
                  <a:solidFill>
                    <a:schemeClr val="bg1">
                      <a:lumMod val="65000"/>
                    </a:schemeClr>
                  </a:solidFill>
                  <a:latin typeface="Mistral" panose="03090702030407020403" pitchFamily="66" charset="0"/>
                  <a:cs typeface="Arial" panose="020B0604020202020204" pitchFamily="34" charset="0"/>
                </a:rPr>
                <a:t>‡</a:t>
              </a:r>
              <a:r>
                <a:rPr lang="en-US" altLang="zh-CN" sz="836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836" dirty="0">
                  <a:solidFill>
                    <a:schemeClr val="bg1">
                      <a:lumMod val="6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0</a:t>
              </a:r>
              <a:endParaRPr lang="zh-CN" altLang="en-US" sz="836" dirty="0">
                <a:solidFill>
                  <a:schemeClr val="bg1">
                    <a:lumMod val="65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cxnSp>
        <p:nvCxnSpPr>
          <p:cNvPr id="196" name="连接符: 曲线 195">
            <a:extLst>
              <a:ext uri="{FF2B5EF4-FFF2-40B4-BE49-F238E27FC236}">
                <a16:creationId xmlns:a16="http://schemas.microsoft.com/office/drawing/2014/main" id="{38CB8869-D7F1-855F-04CE-344ACC2FB1E1}"/>
              </a:ext>
            </a:extLst>
          </p:cNvPr>
          <p:cNvCxnSpPr>
            <a:cxnSpLocks/>
            <a:stCxn id="194" idx="3"/>
            <a:endCxn id="46" idx="3"/>
          </p:cNvCxnSpPr>
          <p:nvPr/>
        </p:nvCxnSpPr>
        <p:spPr>
          <a:xfrm flipH="1" flipV="1">
            <a:off x="10898650" y="1875660"/>
            <a:ext cx="173382" cy="4547690"/>
          </a:xfrm>
          <a:prstGeom prst="curvedConnector3">
            <a:avLst>
              <a:gd name="adj1" fmla="val -316435"/>
            </a:avLst>
          </a:prstGeom>
          <a:ln w="25400">
            <a:solidFill>
              <a:srgbClr val="5F636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85C3C221-A223-7794-096F-53237060BE0B}"/>
              </a:ext>
            </a:extLst>
          </p:cNvPr>
          <p:cNvSpPr txBox="1"/>
          <p:nvPr/>
        </p:nvSpPr>
        <p:spPr>
          <a:xfrm>
            <a:off x="11082475" y="3829669"/>
            <a:ext cx="567783" cy="413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44" b="1" dirty="0">
                <a:latin typeface="MV Boli" panose="02000500030200090000" pitchFamily="2" charset="0"/>
                <a:cs typeface="MV Boli" panose="02000500030200090000" pitchFamily="2" charset="0"/>
              </a:rPr>
              <a:t>Repair</a:t>
            </a:r>
          </a:p>
          <a:p>
            <a:pPr algn="ctr"/>
            <a:r>
              <a:rPr lang="en-US" altLang="zh-CN" sz="1044" b="1" dirty="0">
                <a:latin typeface="MV Boli" panose="02000500030200090000" pitchFamily="2" charset="0"/>
                <a:cs typeface="MV Boli" panose="02000500030200090000" pitchFamily="2" charset="0"/>
              </a:rPr>
              <a:t>Loop</a:t>
            </a:r>
            <a:endParaRPr lang="zh-CN" altLang="en-US" sz="1044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0C9CFDD7-02DB-9489-7B80-F6BE99318934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8868210" y="1273651"/>
            <a:ext cx="501379" cy="181595"/>
          </a:xfrm>
          <a:prstGeom prst="straightConnector1">
            <a:avLst/>
          </a:prstGeom>
          <a:ln w="25400">
            <a:solidFill>
              <a:srgbClr val="5F63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5C2CB7A4-8CF5-E3D6-5E9B-903300D3080F}"/>
              </a:ext>
            </a:extLst>
          </p:cNvPr>
          <p:cNvCxnSpPr>
            <a:cxnSpLocks/>
          </p:cNvCxnSpPr>
          <p:nvPr/>
        </p:nvCxnSpPr>
        <p:spPr>
          <a:xfrm>
            <a:off x="10026135" y="1261253"/>
            <a:ext cx="0" cy="233446"/>
          </a:xfrm>
          <a:prstGeom prst="straightConnector1">
            <a:avLst/>
          </a:prstGeom>
          <a:ln w="25400">
            <a:solidFill>
              <a:srgbClr val="5F63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6D1351DE-406D-CC59-79A7-702EA88A4502}"/>
              </a:ext>
            </a:extLst>
          </p:cNvPr>
          <p:cNvCxnSpPr>
            <a:cxnSpLocks/>
          </p:cNvCxnSpPr>
          <p:nvPr/>
        </p:nvCxnSpPr>
        <p:spPr>
          <a:xfrm flipH="1">
            <a:off x="10648521" y="1261592"/>
            <a:ext cx="554103" cy="193654"/>
          </a:xfrm>
          <a:prstGeom prst="straightConnector1">
            <a:avLst/>
          </a:prstGeom>
          <a:ln w="25400">
            <a:solidFill>
              <a:srgbClr val="5F63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530E715C-B53C-D8BF-BE08-AA033354064A}"/>
              </a:ext>
            </a:extLst>
          </p:cNvPr>
          <p:cNvCxnSpPr>
            <a:cxnSpLocks/>
          </p:cNvCxnSpPr>
          <p:nvPr/>
        </p:nvCxnSpPr>
        <p:spPr>
          <a:xfrm>
            <a:off x="9954171" y="2149210"/>
            <a:ext cx="0" cy="204597"/>
          </a:xfrm>
          <a:prstGeom prst="straightConnector1">
            <a:avLst/>
          </a:prstGeom>
          <a:ln w="25400">
            <a:solidFill>
              <a:srgbClr val="5F63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B08E5E2D-CA21-DC90-A770-A3C43891F0B5}"/>
              </a:ext>
            </a:extLst>
          </p:cNvPr>
          <p:cNvCxnSpPr>
            <a:cxnSpLocks/>
          </p:cNvCxnSpPr>
          <p:nvPr/>
        </p:nvCxnSpPr>
        <p:spPr>
          <a:xfrm>
            <a:off x="10029099" y="3876139"/>
            <a:ext cx="0" cy="204597"/>
          </a:xfrm>
          <a:prstGeom prst="straightConnector1">
            <a:avLst/>
          </a:prstGeom>
          <a:ln w="25400">
            <a:solidFill>
              <a:srgbClr val="5F63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43468786-EB38-B30F-DEC5-BC2997231BDC}"/>
              </a:ext>
            </a:extLst>
          </p:cNvPr>
          <p:cNvCxnSpPr>
            <a:cxnSpLocks/>
          </p:cNvCxnSpPr>
          <p:nvPr/>
        </p:nvCxnSpPr>
        <p:spPr>
          <a:xfrm>
            <a:off x="10047622" y="5524757"/>
            <a:ext cx="0" cy="204597"/>
          </a:xfrm>
          <a:prstGeom prst="straightConnector1">
            <a:avLst/>
          </a:prstGeom>
          <a:ln w="25400">
            <a:solidFill>
              <a:srgbClr val="5F63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66A542C-0346-6219-55D1-5C8F8CE82677}"/>
              </a:ext>
            </a:extLst>
          </p:cNvPr>
          <p:cNvCxnSpPr>
            <a:cxnSpLocks/>
          </p:cNvCxnSpPr>
          <p:nvPr/>
        </p:nvCxnSpPr>
        <p:spPr>
          <a:xfrm>
            <a:off x="3562330" y="3585900"/>
            <a:ext cx="419120" cy="0"/>
          </a:xfrm>
          <a:prstGeom prst="straightConnector1">
            <a:avLst/>
          </a:prstGeom>
          <a:ln w="25400">
            <a:solidFill>
              <a:srgbClr val="145BC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425AC80-5E2E-B976-B04B-B882B9E6576F}"/>
              </a:ext>
            </a:extLst>
          </p:cNvPr>
          <p:cNvSpPr txBox="1"/>
          <p:nvPr/>
        </p:nvSpPr>
        <p:spPr>
          <a:xfrm>
            <a:off x="2922747" y="3384709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b="1" dirty="0">
                <a:latin typeface="MV Boli" panose="02000500030200090000" pitchFamily="2" charset="0"/>
                <a:cs typeface="MV Boli" panose="02000500030200090000" pitchFamily="2" charset="0"/>
              </a:rPr>
              <a:t>Evidence</a:t>
            </a:r>
          </a:p>
          <a:p>
            <a:pPr algn="ctr"/>
            <a:r>
              <a:rPr lang="en-US" altLang="zh-CN" sz="900" b="1" dirty="0">
                <a:latin typeface="MV Boli" panose="02000500030200090000" pitchFamily="2" charset="0"/>
                <a:cs typeface="MV Boli" panose="02000500030200090000" pitchFamily="2" charset="0"/>
              </a:rPr>
              <a:t>Grounding</a:t>
            </a:r>
            <a:endParaRPr lang="zh-CN" altLang="en-US" sz="900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2715298-8451-036F-4D99-EB325DB75D6D}"/>
              </a:ext>
            </a:extLst>
          </p:cNvPr>
          <p:cNvCxnSpPr>
            <a:cxnSpLocks/>
          </p:cNvCxnSpPr>
          <p:nvPr/>
        </p:nvCxnSpPr>
        <p:spPr>
          <a:xfrm>
            <a:off x="7858105" y="5090850"/>
            <a:ext cx="419120" cy="0"/>
          </a:xfrm>
          <a:prstGeom prst="straightConnector1">
            <a:avLst/>
          </a:prstGeom>
          <a:ln w="25400">
            <a:solidFill>
              <a:srgbClr val="145BC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A0379DF-F0C4-F973-B904-FAB476347944}"/>
              </a:ext>
            </a:extLst>
          </p:cNvPr>
          <p:cNvSpPr txBox="1"/>
          <p:nvPr/>
        </p:nvSpPr>
        <p:spPr>
          <a:xfrm>
            <a:off x="7278847" y="4927759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b="1" dirty="0">
                <a:latin typeface="MV Boli" panose="02000500030200090000" pitchFamily="2" charset="0"/>
                <a:cs typeface="MV Boli" panose="02000500030200090000" pitchFamily="2" charset="0"/>
              </a:rPr>
              <a:t>Repair</a:t>
            </a:r>
          </a:p>
          <a:p>
            <a:pPr algn="ctr"/>
            <a:r>
              <a:rPr lang="en-US" altLang="zh-CN" sz="900" b="1" dirty="0">
                <a:latin typeface="MV Boli" panose="02000500030200090000" pitchFamily="2" charset="0"/>
                <a:cs typeface="MV Boli" panose="02000500030200090000" pitchFamily="2" charset="0"/>
              </a:rPr>
              <a:t>Planning</a:t>
            </a:r>
            <a:endParaRPr lang="zh-CN" altLang="en-US" sz="900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B73FBDF-12B6-88AB-6CDC-34BA1D160830}"/>
              </a:ext>
            </a:extLst>
          </p:cNvPr>
          <p:cNvSpPr/>
          <p:nvPr/>
        </p:nvSpPr>
        <p:spPr>
          <a:xfrm>
            <a:off x="5057774" y="1169193"/>
            <a:ext cx="283370" cy="264320"/>
          </a:xfrm>
          <a:prstGeom prst="roundRect">
            <a:avLst/>
          </a:prstGeom>
          <a:solidFill>
            <a:srgbClr val="FDF5E2"/>
          </a:solidFill>
          <a:ln>
            <a:solidFill>
              <a:srgbClr val="145B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77C197-DFF5-83C9-6B3C-7A4BAEB26219}"/>
              </a:ext>
            </a:extLst>
          </p:cNvPr>
          <p:cNvSpPr txBox="1"/>
          <p:nvPr/>
        </p:nvSpPr>
        <p:spPr>
          <a:xfrm>
            <a:off x="4991205" y="1143000"/>
            <a:ext cx="418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145BC6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Face</a:t>
            </a:r>
          </a:p>
          <a:p>
            <a:pPr algn="ctr"/>
            <a:r>
              <a:rPr lang="en-US" altLang="zh-CN" sz="800" dirty="0">
                <a:solidFill>
                  <a:srgbClr val="145BC6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Drift</a:t>
            </a:r>
            <a:endParaRPr lang="zh-CN" altLang="en-US" sz="800" dirty="0">
              <a:solidFill>
                <a:srgbClr val="145BC6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0AC3265-120E-9A8C-0B2F-AC7C63531E26}"/>
              </a:ext>
            </a:extLst>
          </p:cNvPr>
          <p:cNvSpPr/>
          <p:nvPr/>
        </p:nvSpPr>
        <p:spPr>
          <a:xfrm>
            <a:off x="5117306" y="1890713"/>
            <a:ext cx="204788" cy="121443"/>
          </a:xfrm>
          <a:prstGeom prst="roundRect">
            <a:avLst/>
          </a:prstGeom>
          <a:solidFill>
            <a:srgbClr val="FDF5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9B1965-A2C2-688A-78D2-A9DAA4A2AC8E}"/>
              </a:ext>
            </a:extLst>
          </p:cNvPr>
          <p:cNvSpPr txBox="1"/>
          <p:nvPr/>
        </p:nvSpPr>
        <p:spPr>
          <a:xfrm>
            <a:off x="4969669" y="1845469"/>
            <a:ext cx="319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rgbClr val="145BC6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ref</a:t>
            </a:r>
            <a:endParaRPr lang="zh-CN" altLang="en-US" sz="800" dirty="0">
              <a:solidFill>
                <a:srgbClr val="145BC6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3388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237</Words>
  <Application>Microsoft Office PowerPoint</Application>
  <PresentationFormat>宽屏</PresentationFormat>
  <Paragraphs>101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微软雅黑</vt:lpstr>
      <vt:lpstr>Arial</vt:lpstr>
      <vt:lpstr>Calibri</vt:lpstr>
      <vt:lpstr>Calibri Light</vt:lpstr>
      <vt:lpstr>Impact</vt:lpstr>
      <vt:lpstr>Ink Free</vt:lpstr>
      <vt:lpstr>Mistral</vt:lpstr>
      <vt:lpstr>MV Boli</vt:lpstr>
      <vt:lpstr>Segoe Print</vt:lpstr>
      <vt:lpstr>Office 主题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波 谭</cp:lastModifiedBy>
  <cp:revision>14</cp:revision>
  <dcterms:created xsi:type="dcterms:W3CDTF">2026-04-24T10:09:56Z</dcterms:created>
  <dcterms:modified xsi:type="dcterms:W3CDTF">2026-04-26T09:56:53Z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2052-12.9.0.26352</vt:lpwstr>
  </property>
  <property fmtid="{D5CDD505-2E9C-101B-9397-08002B2CF9AE}" pid="3" name="ICV">
    <vt:lpwstr>D643C6E146D677BE7441EB69E6C0D4B3_42</vt:lpwstr>
  </property>
</Properties>
</file>