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"/>
  </p:notesMasterIdLst>
  <p:sldIdLst>
    <p:sldId id="259" r:id="rId2"/>
  </p:sldIdLst>
  <p:sldSz cx="18035588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02" userDrawn="1">
          <p15:clr>
            <a:srgbClr val="A4A3A4"/>
          </p15:clr>
        </p15:guide>
        <p15:guide id="2" pos="56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1224" y="84"/>
      </p:cViewPr>
      <p:guideLst>
        <p:guide orient="horz" pos="3402"/>
        <p:guide pos="56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3E73A9-E66C-419D-813E-7F888EA82A7D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852488" y="1143000"/>
            <a:ext cx="51530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FAE6D5-7A1D-4A97-A1FD-BBE1F18183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689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87440" rtl="0" eaLnBrk="1" latinLnBrk="0" hangingPunct="1">
      <a:defRPr sz="1558" kern="1200">
        <a:solidFill>
          <a:schemeClr val="tx1"/>
        </a:solidFill>
        <a:latin typeface="+mn-lt"/>
        <a:ea typeface="+mn-ea"/>
        <a:cs typeface="+mn-cs"/>
      </a:defRPr>
    </a:lvl1pPr>
    <a:lvl2pPr marL="593720" algn="l" defTabSz="1187440" rtl="0" eaLnBrk="1" latinLnBrk="0" hangingPunct="1">
      <a:defRPr sz="1558" kern="1200">
        <a:solidFill>
          <a:schemeClr val="tx1"/>
        </a:solidFill>
        <a:latin typeface="+mn-lt"/>
        <a:ea typeface="+mn-ea"/>
        <a:cs typeface="+mn-cs"/>
      </a:defRPr>
    </a:lvl2pPr>
    <a:lvl3pPr marL="1187440" algn="l" defTabSz="1187440" rtl="0" eaLnBrk="1" latinLnBrk="0" hangingPunct="1">
      <a:defRPr sz="1558" kern="1200">
        <a:solidFill>
          <a:schemeClr val="tx1"/>
        </a:solidFill>
        <a:latin typeface="+mn-lt"/>
        <a:ea typeface="+mn-ea"/>
        <a:cs typeface="+mn-cs"/>
      </a:defRPr>
    </a:lvl3pPr>
    <a:lvl4pPr marL="1781160" algn="l" defTabSz="1187440" rtl="0" eaLnBrk="1" latinLnBrk="0" hangingPunct="1">
      <a:defRPr sz="1558" kern="1200">
        <a:solidFill>
          <a:schemeClr val="tx1"/>
        </a:solidFill>
        <a:latin typeface="+mn-lt"/>
        <a:ea typeface="+mn-ea"/>
        <a:cs typeface="+mn-cs"/>
      </a:defRPr>
    </a:lvl4pPr>
    <a:lvl5pPr marL="2374880" algn="l" defTabSz="1187440" rtl="0" eaLnBrk="1" latinLnBrk="0" hangingPunct="1">
      <a:defRPr sz="1558" kern="1200">
        <a:solidFill>
          <a:schemeClr val="tx1"/>
        </a:solidFill>
        <a:latin typeface="+mn-lt"/>
        <a:ea typeface="+mn-ea"/>
        <a:cs typeface="+mn-cs"/>
      </a:defRPr>
    </a:lvl5pPr>
    <a:lvl6pPr marL="2968600" algn="l" defTabSz="1187440" rtl="0" eaLnBrk="1" latinLnBrk="0" hangingPunct="1">
      <a:defRPr sz="1558" kern="1200">
        <a:solidFill>
          <a:schemeClr val="tx1"/>
        </a:solidFill>
        <a:latin typeface="+mn-lt"/>
        <a:ea typeface="+mn-ea"/>
        <a:cs typeface="+mn-cs"/>
      </a:defRPr>
    </a:lvl6pPr>
    <a:lvl7pPr marL="3562320" algn="l" defTabSz="1187440" rtl="0" eaLnBrk="1" latinLnBrk="0" hangingPunct="1">
      <a:defRPr sz="1558" kern="1200">
        <a:solidFill>
          <a:schemeClr val="tx1"/>
        </a:solidFill>
        <a:latin typeface="+mn-lt"/>
        <a:ea typeface="+mn-ea"/>
        <a:cs typeface="+mn-cs"/>
      </a:defRPr>
    </a:lvl7pPr>
    <a:lvl8pPr marL="4156039" algn="l" defTabSz="1187440" rtl="0" eaLnBrk="1" latinLnBrk="0" hangingPunct="1">
      <a:defRPr sz="1558" kern="1200">
        <a:solidFill>
          <a:schemeClr val="tx1"/>
        </a:solidFill>
        <a:latin typeface="+mn-lt"/>
        <a:ea typeface="+mn-ea"/>
        <a:cs typeface="+mn-cs"/>
      </a:defRPr>
    </a:lvl8pPr>
    <a:lvl9pPr marL="4749759" algn="l" defTabSz="1187440" rtl="0" eaLnBrk="1" latinLnBrk="0" hangingPunct="1">
      <a:defRPr sz="155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852488" y="1143000"/>
            <a:ext cx="51530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FAE6D5-7A1D-4A97-A1FD-BBE1F181835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1150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4449" y="1767462"/>
            <a:ext cx="13526691" cy="3759917"/>
          </a:xfrm>
        </p:spPr>
        <p:txBody>
          <a:bodyPr anchor="b"/>
          <a:lstStyle>
            <a:lvl1pPr algn="ctr">
              <a:defRPr sz="887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4449" y="5672376"/>
            <a:ext cx="13526691" cy="2607442"/>
          </a:xfrm>
        </p:spPr>
        <p:txBody>
          <a:bodyPr/>
          <a:lstStyle>
            <a:lvl1pPr marL="0" indent="0" algn="ctr">
              <a:buNone/>
              <a:defRPr sz="3550"/>
            </a:lvl1pPr>
            <a:lvl2pPr marL="676336" indent="0" algn="ctr">
              <a:buNone/>
              <a:defRPr sz="2959"/>
            </a:lvl2pPr>
            <a:lvl3pPr marL="1352672" indent="0" algn="ctr">
              <a:buNone/>
              <a:defRPr sz="2663"/>
            </a:lvl3pPr>
            <a:lvl4pPr marL="2029008" indent="0" algn="ctr">
              <a:buNone/>
              <a:defRPr sz="2367"/>
            </a:lvl4pPr>
            <a:lvl5pPr marL="2705344" indent="0" algn="ctr">
              <a:buNone/>
              <a:defRPr sz="2367"/>
            </a:lvl5pPr>
            <a:lvl6pPr marL="3381680" indent="0" algn="ctr">
              <a:buNone/>
              <a:defRPr sz="2367"/>
            </a:lvl6pPr>
            <a:lvl7pPr marL="4058016" indent="0" algn="ctr">
              <a:buNone/>
              <a:defRPr sz="2367"/>
            </a:lvl7pPr>
            <a:lvl8pPr marL="4734352" indent="0" algn="ctr">
              <a:buNone/>
              <a:defRPr sz="2367"/>
            </a:lvl8pPr>
            <a:lvl9pPr marL="5410688" indent="0" algn="ctr">
              <a:buNone/>
              <a:defRPr sz="2367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DAED-D164-4D13-8100-78E6A5A610FC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ACBA6-B481-45D2-9A3E-ECCEA8FD17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0501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DAED-D164-4D13-8100-78E6A5A610FC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ACBA6-B481-45D2-9A3E-ECCEA8FD17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4450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0553" y="2692442"/>
            <a:ext cx="15555695" cy="4492401"/>
          </a:xfrm>
        </p:spPr>
        <p:txBody>
          <a:bodyPr anchor="b"/>
          <a:lstStyle>
            <a:lvl1pPr>
              <a:defRPr sz="887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0553" y="7227343"/>
            <a:ext cx="15555695" cy="2362447"/>
          </a:xfrm>
        </p:spPr>
        <p:txBody>
          <a:bodyPr/>
          <a:lstStyle>
            <a:lvl1pPr marL="0" indent="0">
              <a:buNone/>
              <a:defRPr sz="3550">
                <a:solidFill>
                  <a:schemeClr val="tx1">
                    <a:tint val="75000"/>
                  </a:schemeClr>
                </a:solidFill>
              </a:defRPr>
            </a:lvl1pPr>
            <a:lvl2pPr marL="676336" indent="0">
              <a:buNone/>
              <a:defRPr sz="2959">
                <a:solidFill>
                  <a:schemeClr val="tx1">
                    <a:tint val="75000"/>
                  </a:schemeClr>
                </a:solidFill>
              </a:defRPr>
            </a:lvl2pPr>
            <a:lvl3pPr marL="1352672" indent="0">
              <a:buNone/>
              <a:defRPr sz="2663">
                <a:solidFill>
                  <a:schemeClr val="tx1">
                    <a:tint val="75000"/>
                  </a:schemeClr>
                </a:solidFill>
              </a:defRPr>
            </a:lvl3pPr>
            <a:lvl4pPr marL="2029008" indent="0">
              <a:buNone/>
              <a:defRPr sz="2367">
                <a:solidFill>
                  <a:schemeClr val="tx1">
                    <a:tint val="75000"/>
                  </a:schemeClr>
                </a:solidFill>
              </a:defRPr>
            </a:lvl4pPr>
            <a:lvl5pPr marL="2705344" indent="0">
              <a:buNone/>
              <a:defRPr sz="2367">
                <a:solidFill>
                  <a:schemeClr val="tx1">
                    <a:tint val="75000"/>
                  </a:schemeClr>
                </a:solidFill>
              </a:defRPr>
            </a:lvl5pPr>
            <a:lvl6pPr marL="3381680" indent="0">
              <a:buNone/>
              <a:defRPr sz="2367">
                <a:solidFill>
                  <a:schemeClr val="tx1">
                    <a:tint val="75000"/>
                  </a:schemeClr>
                </a:solidFill>
              </a:defRPr>
            </a:lvl6pPr>
            <a:lvl7pPr marL="4058016" indent="0">
              <a:buNone/>
              <a:defRPr sz="2367">
                <a:solidFill>
                  <a:schemeClr val="tx1">
                    <a:tint val="75000"/>
                  </a:schemeClr>
                </a:solidFill>
              </a:defRPr>
            </a:lvl7pPr>
            <a:lvl8pPr marL="4734352" indent="0">
              <a:buNone/>
              <a:defRPr sz="2367">
                <a:solidFill>
                  <a:schemeClr val="tx1">
                    <a:tint val="75000"/>
                  </a:schemeClr>
                </a:solidFill>
              </a:defRPr>
            </a:lvl8pPr>
            <a:lvl9pPr marL="5410688" indent="0">
              <a:buNone/>
              <a:defRPr sz="23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DAED-D164-4D13-8100-78E6A5A610FC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ACBA6-B481-45D2-9A3E-ECCEA8FD17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1844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9947" y="2874937"/>
            <a:ext cx="7665125" cy="68523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0516" y="2874937"/>
            <a:ext cx="7665125" cy="68523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DAED-D164-4D13-8100-78E6A5A610FC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ACBA6-B481-45D2-9A3E-ECCEA8FD17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153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2296" y="574988"/>
            <a:ext cx="15555695" cy="208745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2297" y="2647443"/>
            <a:ext cx="7629898" cy="1297471"/>
          </a:xfrm>
        </p:spPr>
        <p:txBody>
          <a:bodyPr anchor="b"/>
          <a:lstStyle>
            <a:lvl1pPr marL="0" indent="0">
              <a:buNone/>
              <a:defRPr sz="3550" b="1"/>
            </a:lvl1pPr>
            <a:lvl2pPr marL="676336" indent="0">
              <a:buNone/>
              <a:defRPr sz="2959" b="1"/>
            </a:lvl2pPr>
            <a:lvl3pPr marL="1352672" indent="0">
              <a:buNone/>
              <a:defRPr sz="2663" b="1"/>
            </a:lvl3pPr>
            <a:lvl4pPr marL="2029008" indent="0">
              <a:buNone/>
              <a:defRPr sz="2367" b="1"/>
            </a:lvl4pPr>
            <a:lvl5pPr marL="2705344" indent="0">
              <a:buNone/>
              <a:defRPr sz="2367" b="1"/>
            </a:lvl5pPr>
            <a:lvl6pPr marL="3381680" indent="0">
              <a:buNone/>
              <a:defRPr sz="2367" b="1"/>
            </a:lvl6pPr>
            <a:lvl7pPr marL="4058016" indent="0">
              <a:buNone/>
              <a:defRPr sz="2367" b="1"/>
            </a:lvl7pPr>
            <a:lvl8pPr marL="4734352" indent="0">
              <a:buNone/>
              <a:defRPr sz="2367" b="1"/>
            </a:lvl8pPr>
            <a:lvl9pPr marL="5410688" indent="0">
              <a:buNone/>
              <a:defRPr sz="236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42297" y="3944914"/>
            <a:ext cx="7629898" cy="58023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30516" y="2647443"/>
            <a:ext cx="7667474" cy="1297471"/>
          </a:xfrm>
        </p:spPr>
        <p:txBody>
          <a:bodyPr anchor="b"/>
          <a:lstStyle>
            <a:lvl1pPr marL="0" indent="0">
              <a:buNone/>
              <a:defRPr sz="3550" b="1"/>
            </a:lvl1pPr>
            <a:lvl2pPr marL="676336" indent="0">
              <a:buNone/>
              <a:defRPr sz="2959" b="1"/>
            </a:lvl2pPr>
            <a:lvl3pPr marL="1352672" indent="0">
              <a:buNone/>
              <a:defRPr sz="2663" b="1"/>
            </a:lvl3pPr>
            <a:lvl4pPr marL="2029008" indent="0">
              <a:buNone/>
              <a:defRPr sz="2367" b="1"/>
            </a:lvl4pPr>
            <a:lvl5pPr marL="2705344" indent="0">
              <a:buNone/>
              <a:defRPr sz="2367" b="1"/>
            </a:lvl5pPr>
            <a:lvl6pPr marL="3381680" indent="0">
              <a:buNone/>
              <a:defRPr sz="2367" b="1"/>
            </a:lvl6pPr>
            <a:lvl7pPr marL="4058016" indent="0">
              <a:buNone/>
              <a:defRPr sz="2367" b="1"/>
            </a:lvl7pPr>
            <a:lvl8pPr marL="4734352" indent="0">
              <a:buNone/>
              <a:defRPr sz="2367" b="1"/>
            </a:lvl8pPr>
            <a:lvl9pPr marL="5410688" indent="0">
              <a:buNone/>
              <a:defRPr sz="236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30516" y="3944914"/>
            <a:ext cx="7667474" cy="58023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DAED-D164-4D13-8100-78E6A5A610FC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ACBA6-B481-45D2-9A3E-ECCEA8FD17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6298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DAED-D164-4D13-8100-78E6A5A610FC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ACBA6-B481-45D2-9A3E-ECCEA8FD17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2759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DAED-D164-4D13-8100-78E6A5A610FC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ACBA6-B481-45D2-9A3E-ECCEA8FD17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0893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2297" y="719984"/>
            <a:ext cx="5816946" cy="2519945"/>
          </a:xfrm>
        </p:spPr>
        <p:txBody>
          <a:bodyPr anchor="b"/>
          <a:lstStyle>
            <a:lvl1pPr>
              <a:defRPr sz="473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67474" y="1554966"/>
            <a:ext cx="9130516" cy="7674832"/>
          </a:xfrm>
        </p:spPr>
        <p:txBody>
          <a:bodyPr/>
          <a:lstStyle>
            <a:lvl1pPr>
              <a:defRPr sz="4734"/>
            </a:lvl1pPr>
            <a:lvl2pPr>
              <a:defRPr sz="4142"/>
            </a:lvl2pPr>
            <a:lvl3pPr>
              <a:defRPr sz="3550"/>
            </a:lvl3pPr>
            <a:lvl4pPr>
              <a:defRPr sz="2959"/>
            </a:lvl4pPr>
            <a:lvl5pPr>
              <a:defRPr sz="2959"/>
            </a:lvl5pPr>
            <a:lvl6pPr>
              <a:defRPr sz="2959"/>
            </a:lvl6pPr>
            <a:lvl7pPr>
              <a:defRPr sz="2959"/>
            </a:lvl7pPr>
            <a:lvl8pPr>
              <a:defRPr sz="2959"/>
            </a:lvl8pPr>
            <a:lvl9pPr>
              <a:defRPr sz="295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42297" y="3239929"/>
            <a:ext cx="5816946" cy="6002369"/>
          </a:xfrm>
        </p:spPr>
        <p:txBody>
          <a:bodyPr/>
          <a:lstStyle>
            <a:lvl1pPr marL="0" indent="0">
              <a:buNone/>
              <a:defRPr sz="2367"/>
            </a:lvl1pPr>
            <a:lvl2pPr marL="676336" indent="0">
              <a:buNone/>
              <a:defRPr sz="2071"/>
            </a:lvl2pPr>
            <a:lvl3pPr marL="1352672" indent="0">
              <a:buNone/>
              <a:defRPr sz="1775"/>
            </a:lvl3pPr>
            <a:lvl4pPr marL="2029008" indent="0">
              <a:buNone/>
              <a:defRPr sz="1479"/>
            </a:lvl4pPr>
            <a:lvl5pPr marL="2705344" indent="0">
              <a:buNone/>
              <a:defRPr sz="1479"/>
            </a:lvl5pPr>
            <a:lvl6pPr marL="3381680" indent="0">
              <a:buNone/>
              <a:defRPr sz="1479"/>
            </a:lvl6pPr>
            <a:lvl7pPr marL="4058016" indent="0">
              <a:buNone/>
              <a:defRPr sz="1479"/>
            </a:lvl7pPr>
            <a:lvl8pPr marL="4734352" indent="0">
              <a:buNone/>
              <a:defRPr sz="1479"/>
            </a:lvl8pPr>
            <a:lvl9pPr marL="5410688" indent="0">
              <a:buNone/>
              <a:defRPr sz="147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DAED-D164-4D13-8100-78E6A5A610FC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ACBA6-B481-45D2-9A3E-ECCEA8FD17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7949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2297" y="719984"/>
            <a:ext cx="5816946" cy="2519945"/>
          </a:xfrm>
        </p:spPr>
        <p:txBody>
          <a:bodyPr anchor="b"/>
          <a:lstStyle>
            <a:lvl1pPr>
              <a:defRPr sz="473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67474" y="1554966"/>
            <a:ext cx="9130516" cy="7674832"/>
          </a:xfrm>
        </p:spPr>
        <p:txBody>
          <a:bodyPr anchor="t"/>
          <a:lstStyle>
            <a:lvl1pPr marL="0" indent="0">
              <a:buNone/>
              <a:defRPr sz="4734"/>
            </a:lvl1pPr>
            <a:lvl2pPr marL="676336" indent="0">
              <a:buNone/>
              <a:defRPr sz="4142"/>
            </a:lvl2pPr>
            <a:lvl3pPr marL="1352672" indent="0">
              <a:buNone/>
              <a:defRPr sz="3550"/>
            </a:lvl3pPr>
            <a:lvl4pPr marL="2029008" indent="0">
              <a:buNone/>
              <a:defRPr sz="2959"/>
            </a:lvl4pPr>
            <a:lvl5pPr marL="2705344" indent="0">
              <a:buNone/>
              <a:defRPr sz="2959"/>
            </a:lvl5pPr>
            <a:lvl6pPr marL="3381680" indent="0">
              <a:buNone/>
              <a:defRPr sz="2959"/>
            </a:lvl6pPr>
            <a:lvl7pPr marL="4058016" indent="0">
              <a:buNone/>
              <a:defRPr sz="2959"/>
            </a:lvl7pPr>
            <a:lvl8pPr marL="4734352" indent="0">
              <a:buNone/>
              <a:defRPr sz="2959"/>
            </a:lvl8pPr>
            <a:lvl9pPr marL="5410688" indent="0">
              <a:buNone/>
              <a:defRPr sz="2959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42297" y="3239929"/>
            <a:ext cx="5816946" cy="6002369"/>
          </a:xfrm>
        </p:spPr>
        <p:txBody>
          <a:bodyPr/>
          <a:lstStyle>
            <a:lvl1pPr marL="0" indent="0">
              <a:buNone/>
              <a:defRPr sz="2367"/>
            </a:lvl1pPr>
            <a:lvl2pPr marL="676336" indent="0">
              <a:buNone/>
              <a:defRPr sz="2071"/>
            </a:lvl2pPr>
            <a:lvl3pPr marL="1352672" indent="0">
              <a:buNone/>
              <a:defRPr sz="1775"/>
            </a:lvl3pPr>
            <a:lvl4pPr marL="2029008" indent="0">
              <a:buNone/>
              <a:defRPr sz="1479"/>
            </a:lvl4pPr>
            <a:lvl5pPr marL="2705344" indent="0">
              <a:buNone/>
              <a:defRPr sz="1479"/>
            </a:lvl5pPr>
            <a:lvl6pPr marL="3381680" indent="0">
              <a:buNone/>
              <a:defRPr sz="1479"/>
            </a:lvl6pPr>
            <a:lvl7pPr marL="4058016" indent="0">
              <a:buNone/>
              <a:defRPr sz="1479"/>
            </a:lvl7pPr>
            <a:lvl8pPr marL="4734352" indent="0">
              <a:buNone/>
              <a:defRPr sz="1479"/>
            </a:lvl8pPr>
            <a:lvl9pPr marL="5410688" indent="0">
              <a:buNone/>
              <a:defRPr sz="147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DAED-D164-4D13-8100-78E6A5A610FC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ACBA6-B481-45D2-9A3E-ECCEA8FD17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9540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DAED-D164-4D13-8100-78E6A5A610FC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ACBA6-B481-45D2-9A3E-ECCEA8FD17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3950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906717" y="574987"/>
            <a:ext cx="3888924" cy="91523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9947" y="574987"/>
            <a:ext cx="11441326" cy="91523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DAED-D164-4D13-8100-78E6A5A610FC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ACBA6-B481-45D2-9A3E-ECCEA8FD17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9673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9947" y="574988"/>
            <a:ext cx="15555695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947" y="2874937"/>
            <a:ext cx="15555695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9947" y="10009781"/>
            <a:ext cx="4058007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A9DAED-D164-4D13-8100-78E6A5A610FC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74289" y="10009781"/>
            <a:ext cx="6087011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37634" y="10009781"/>
            <a:ext cx="4058007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1ACBA6-B481-45D2-9A3E-ECCEA8FD17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3567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1352672" rtl="0" eaLnBrk="1" latinLnBrk="0" hangingPunct="1">
        <a:lnSpc>
          <a:spcPct val="90000"/>
        </a:lnSpc>
        <a:spcBef>
          <a:spcPct val="0"/>
        </a:spcBef>
        <a:buNone/>
        <a:defRPr sz="650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8168" indent="-338168" algn="l" defTabSz="1352672" rtl="0" eaLnBrk="1" latinLnBrk="0" hangingPunct="1">
        <a:lnSpc>
          <a:spcPct val="90000"/>
        </a:lnSpc>
        <a:spcBef>
          <a:spcPts val="1479"/>
        </a:spcBef>
        <a:buFont typeface="Arial" panose="020B0604020202020204" pitchFamily="34" charset="0"/>
        <a:buChar char="•"/>
        <a:defRPr sz="4142" kern="1200">
          <a:solidFill>
            <a:schemeClr val="tx1"/>
          </a:solidFill>
          <a:latin typeface="+mn-lt"/>
          <a:ea typeface="+mn-ea"/>
          <a:cs typeface="+mn-cs"/>
        </a:defRPr>
      </a:lvl1pPr>
      <a:lvl2pPr marL="1014504" indent="-338168" algn="l" defTabSz="1352672" rtl="0" eaLnBrk="1" latinLnBrk="0" hangingPunct="1">
        <a:lnSpc>
          <a:spcPct val="90000"/>
        </a:lnSpc>
        <a:spcBef>
          <a:spcPts val="740"/>
        </a:spcBef>
        <a:buFont typeface="Arial" panose="020B0604020202020204" pitchFamily="34" charset="0"/>
        <a:buChar char="•"/>
        <a:defRPr sz="3550" kern="1200">
          <a:solidFill>
            <a:schemeClr val="tx1"/>
          </a:solidFill>
          <a:latin typeface="+mn-lt"/>
          <a:ea typeface="+mn-ea"/>
          <a:cs typeface="+mn-cs"/>
        </a:defRPr>
      </a:lvl2pPr>
      <a:lvl3pPr marL="1690840" indent="-338168" algn="l" defTabSz="1352672" rtl="0" eaLnBrk="1" latinLnBrk="0" hangingPunct="1">
        <a:lnSpc>
          <a:spcPct val="90000"/>
        </a:lnSpc>
        <a:spcBef>
          <a:spcPts val="740"/>
        </a:spcBef>
        <a:buFont typeface="Arial" panose="020B0604020202020204" pitchFamily="34" charset="0"/>
        <a:buChar char="•"/>
        <a:defRPr sz="2959" kern="1200">
          <a:solidFill>
            <a:schemeClr val="tx1"/>
          </a:solidFill>
          <a:latin typeface="+mn-lt"/>
          <a:ea typeface="+mn-ea"/>
          <a:cs typeface="+mn-cs"/>
        </a:defRPr>
      </a:lvl3pPr>
      <a:lvl4pPr marL="2367176" indent="-338168" algn="l" defTabSz="1352672" rtl="0" eaLnBrk="1" latinLnBrk="0" hangingPunct="1">
        <a:lnSpc>
          <a:spcPct val="90000"/>
        </a:lnSpc>
        <a:spcBef>
          <a:spcPts val="740"/>
        </a:spcBef>
        <a:buFont typeface="Arial" panose="020B0604020202020204" pitchFamily="34" charset="0"/>
        <a:buChar char="•"/>
        <a:defRPr sz="2663" kern="1200">
          <a:solidFill>
            <a:schemeClr val="tx1"/>
          </a:solidFill>
          <a:latin typeface="+mn-lt"/>
          <a:ea typeface="+mn-ea"/>
          <a:cs typeface="+mn-cs"/>
        </a:defRPr>
      </a:lvl4pPr>
      <a:lvl5pPr marL="3043512" indent="-338168" algn="l" defTabSz="1352672" rtl="0" eaLnBrk="1" latinLnBrk="0" hangingPunct="1">
        <a:lnSpc>
          <a:spcPct val="90000"/>
        </a:lnSpc>
        <a:spcBef>
          <a:spcPts val="740"/>
        </a:spcBef>
        <a:buFont typeface="Arial" panose="020B0604020202020204" pitchFamily="34" charset="0"/>
        <a:buChar char="•"/>
        <a:defRPr sz="2663" kern="1200">
          <a:solidFill>
            <a:schemeClr val="tx1"/>
          </a:solidFill>
          <a:latin typeface="+mn-lt"/>
          <a:ea typeface="+mn-ea"/>
          <a:cs typeface="+mn-cs"/>
        </a:defRPr>
      </a:lvl5pPr>
      <a:lvl6pPr marL="3719848" indent="-338168" algn="l" defTabSz="1352672" rtl="0" eaLnBrk="1" latinLnBrk="0" hangingPunct="1">
        <a:lnSpc>
          <a:spcPct val="90000"/>
        </a:lnSpc>
        <a:spcBef>
          <a:spcPts val="740"/>
        </a:spcBef>
        <a:buFont typeface="Arial" panose="020B0604020202020204" pitchFamily="34" charset="0"/>
        <a:buChar char="•"/>
        <a:defRPr sz="2663" kern="1200">
          <a:solidFill>
            <a:schemeClr val="tx1"/>
          </a:solidFill>
          <a:latin typeface="+mn-lt"/>
          <a:ea typeface="+mn-ea"/>
          <a:cs typeface="+mn-cs"/>
        </a:defRPr>
      </a:lvl6pPr>
      <a:lvl7pPr marL="4396184" indent="-338168" algn="l" defTabSz="1352672" rtl="0" eaLnBrk="1" latinLnBrk="0" hangingPunct="1">
        <a:lnSpc>
          <a:spcPct val="90000"/>
        </a:lnSpc>
        <a:spcBef>
          <a:spcPts val="740"/>
        </a:spcBef>
        <a:buFont typeface="Arial" panose="020B0604020202020204" pitchFamily="34" charset="0"/>
        <a:buChar char="•"/>
        <a:defRPr sz="2663" kern="1200">
          <a:solidFill>
            <a:schemeClr val="tx1"/>
          </a:solidFill>
          <a:latin typeface="+mn-lt"/>
          <a:ea typeface="+mn-ea"/>
          <a:cs typeface="+mn-cs"/>
        </a:defRPr>
      </a:lvl7pPr>
      <a:lvl8pPr marL="5072520" indent="-338168" algn="l" defTabSz="1352672" rtl="0" eaLnBrk="1" latinLnBrk="0" hangingPunct="1">
        <a:lnSpc>
          <a:spcPct val="90000"/>
        </a:lnSpc>
        <a:spcBef>
          <a:spcPts val="740"/>
        </a:spcBef>
        <a:buFont typeface="Arial" panose="020B0604020202020204" pitchFamily="34" charset="0"/>
        <a:buChar char="•"/>
        <a:defRPr sz="2663" kern="1200">
          <a:solidFill>
            <a:schemeClr val="tx1"/>
          </a:solidFill>
          <a:latin typeface="+mn-lt"/>
          <a:ea typeface="+mn-ea"/>
          <a:cs typeface="+mn-cs"/>
        </a:defRPr>
      </a:lvl8pPr>
      <a:lvl9pPr marL="5748856" indent="-338168" algn="l" defTabSz="1352672" rtl="0" eaLnBrk="1" latinLnBrk="0" hangingPunct="1">
        <a:lnSpc>
          <a:spcPct val="90000"/>
        </a:lnSpc>
        <a:spcBef>
          <a:spcPts val="740"/>
        </a:spcBef>
        <a:buFont typeface="Arial" panose="020B0604020202020204" pitchFamily="34" charset="0"/>
        <a:buChar char="•"/>
        <a:defRPr sz="26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52672" rtl="0" eaLnBrk="1" latinLnBrk="0" hangingPunct="1">
        <a:defRPr sz="2663" kern="1200">
          <a:solidFill>
            <a:schemeClr val="tx1"/>
          </a:solidFill>
          <a:latin typeface="+mn-lt"/>
          <a:ea typeface="+mn-ea"/>
          <a:cs typeface="+mn-cs"/>
        </a:defRPr>
      </a:lvl1pPr>
      <a:lvl2pPr marL="676336" algn="l" defTabSz="1352672" rtl="0" eaLnBrk="1" latinLnBrk="0" hangingPunct="1">
        <a:defRPr sz="2663" kern="1200">
          <a:solidFill>
            <a:schemeClr val="tx1"/>
          </a:solidFill>
          <a:latin typeface="+mn-lt"/>
          <a:ea typeface="+mn-ea"/>
          <a:cs typeface="+mn-cs"/>
        </a:defRPr>
      </a:lvl2pPr>
      <a:lvl3pPr marL="1352672" algn="l" defTabSz="1352672" rtl="0" eaLnBrk="1" latinLnBrk="0" hangingPunct="1">
        <a:defRPr sz="2663" kern="1200">
          <a:solidFill>
            <a:schemeClr val="tx1"/>
          </a:solidFill>
          <a:latin typeface="+mn-lt"/>
          <a:ea typeface="+mn-ea"/>
          <a:cs typeface="+mn-cs"/>
        </a:defRPr>
      </a:lvl3pPr>
      <a:lvl4pPr marL="2029008" algn="l" defTabSz="1352672" rtl="0" eaLnBrk="1" latinLnBrk="0" hangingPunct="1">
        <a:defRPr sz="2663" kern="1200">
          <a:solidFill>
            <a:schemeClr val="tx1"/>
          </a:solidFill>
          <a:latin typeface="+mn-lt"/>
          <a:ea typeface="+mn-ea"/>
          <a:cs typeface="+mn-cs"/>
        </a:defRPr>
      </a:lvl4pPr>
      <a:lvl5pPr marL="2705344" algn="l" defTabSz="1352672" rtl="0" eaLnBrk="1" latinLnBrk="0" hangingPunct="1">
        <a:defRPr sz="2663" kern="1200">
          <a:solidFill>
            <a:schemeClr val="tx1"/>
          </a:solidFill>
          <a:latin typeface="+mn-lt"/>
          <a:ea typeface="+mn-ea"/>
          <a:cs typeface="+mn-cs"/>
        </a:defRPr>
      </a:lvl5pPr>
      <a:lvl6pPr marL="3381680" algn="l" defTabSz="1352672" rtl="0" eaLnBrk="1" latinLnBrk="0" hangingPunct="1">
        <a:defRPr sz="2663" kern="1200">
          <a:solidFill>
            <a:schemeClr val="tx1"/>
          </a:solidFill>
          <a:latin typeface="+mn-lt"/>
          <a:ea typeface="+mn-ea"/>
          <a:cs typeface="+mn-cs"/>
        </a:defRPr>
      </a:lvl6pPr>
      <a:lvl7pPr marL="4058016" algn="l" defTabSz="1352672" rtl="0" eaLnBrk="1" latinLnBrk="0" hangingPunct="1">
        <a:defRPr sz="2663" kern="1200">
          <a:solidFill>
            <a:schemeClr val="tx1"/>
          </a:solidFill>
          <a:latin typeface="+mn-lt"/>
          <a:ea typeface="+mn-ea"/>
          <a:cs typeface="+mn-cs"/>
        </a:defRPr>
      </a:lvl7pPr>
      <a:lvl8pPr marL="4734352" algn="l" defTabSz="1352672" rtl="0" eaLnBrk="1" latinLnBrk="0" hangingPunct="1">
        <a:defRPr sz="2663" kern="1200">
          <a:solidFill>
            <a:schemeClr val="tx1"/>
          </a:solidFill>
          <a:latin typeface="+mn-lt"/>
          <a:ea typeface="+mn-ea"/>
          <a:cs typeface="+mn-cs"/>
        </a:defRPr>
      </a:lvl8pPr>
      <a:lvl9pPr marL="5410688" algn="l" defTabSz="1352672" rtl="0" eaLnBrk="1" latinLnBrk="0" hangingPunct="1">
        <a:defRPr sz="26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组合 75">
            <a:extLst>
              <a:ext uri="{FF2B5EF4-FFF2-40B4-BE49-F238E27FC236}">
                <a16:creationId xmlns:a16="http://schemas.microsoft.com/office/drawing/2014/main" id="{2841B7C3-1599-C3AE-3418-D6EDFE64DD76}"/>
              </a:ext>
            </a:extLst>
          </p:cNvPr>
          <p:cNvGrpSpPr/>
          <p:nvPr/>
        </p:nvGrpSpPr>
        <p:grpSpPr>
          <a:xfrm>
            <a:off x="612189" y="220004"/>
            <a:ext cx="16979126" cy="9869942"/>
            <a:chOff x="1915996" y="1295991"/>
            <a:chExt cx="15217018" cy="8570456"/>
          </a:xfrm>
        </p:grpSpPr>
        <p:grpSp>
          <p:nvGrpSpPr>
            <p:cNvPr id="65" name="组合 64">
              <a:extLst>
                <a:ext uri="{FF2B5EF4-FFF2-40B4-BE49-F238E27FC236}">
                  <a16:creationId xmlns:a16="http://schemas.microsoft.com/office/drawing/2014/main" id="{B4DB2F1A-EF3F-4DB7-662D-4731030CA682}"/>
                </a:ext>
              </a:extLst>
            </p:cNvPr>
            <p:cNvGrpSpPr/>
            <p:nvPr/>
          </p:nvGrpSpPr>
          <p:grpSpPr>
            <a:xfrm>
              <a:off x="1915996" y="1309450"/>
              <a:ext cx="5980733" cy="8410495"/>
              <a:chOff x="98015" y="-34182"/>
              <a:chExt cx="5063613" cy="7120781"/>
            </a:xfrm>
          </p:grpSpPr>
          <p:pic>
            <p:nvPicPr>
              <p:cNvPr id="7" name="图片 6">
                <a:extLst>
                  <a:ext uri="{FF2B5EF4-FFF2-40B4-BE49-F238E27FC236}">
                    <a16:creationId xmlns:a16="http://schemas.microsoft.com/office/drawing/2014/main" id="{B189899E-246D-39A0-9350-F180733F45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015" y="352424"/>
                <a:ext cx="5063613" cy="6734175"/>
              </a:xfrm>
              <a:prstGeom prst="rect">
                <a:avLst/>
              </a:prstGeom>
              <a:ln>
                <a:solidFill>
                  <a:srgbClr val="00B050"/>
                </a:solidFill>
              </a:ln>
            </p:spPr>
          </p:pic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C0725EED-0C1C-C011-289E-7588D249BE50}"/>
                  </a:ext>
                </a:extLst>
              </p:cNvPr>
              <p:cNvSpPr txBox="1"/>
              <p:nvPr/>
            </p:nvSpPr>
            <p:spPr>
              <a:xfrm>
                <a:off x="1327381" y="-34182"/>
                <a:ext cx="2674973" cy="3846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(a) Reference Frame</a:t>
                </a:r>
                <a:endParaRPr lang="zh-CN" altLang="en-US" sz="28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p:grpSp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8ADF0B51-611C-D6CC-7B7D-B6158CD128E7}"/>
                </a:ext>
              </a:extLst>
            </p:cNvPr>
            <p:cNvGrpSpPr/>
            <p:nvPr/>
          </p:nvGrpSpPr>
          <p:grpSpPr>
            <a:xfrm>
              <a:off x="8037172" y="1309449"/>
              <a:ext cx="4471035" cy="4103654"/>
              <a:chOff x="5280536" y="-34182"/>
              <a:chExt cx="3785420" cy="3474376"/>
            </a:xfrm>
          </p:grpSpPr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C83AFFE8-40A0-3D58-A30A-BEA307B7BB59}"/>
                  </a:ext>
                </a:extLst>
              </p:cNvPr>
              <p:cNvSpPr txBox="1"/>
              <p:nvPr/>
            </p:nvSpPr>
            <p:spPr>
              <a:xfrm>
                <a:off x="6564315" y="3146040"/>
                <a:ext cx="1105895" cy="2941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>
                    <a:solidFill>
                      <a:schemeClr val="bg1">
                        <a:lumMod val="65000"/>
                      </a:schemeClr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t=1.2s-1.4s</a:t>
                </a:r>
                <a:endParaRPr lang="zh-CN" altLang="en-US" sz="2000" dirty="0">
                  <a:solidFill>
                    <a:schemeClr val="bg1">
                      <a:lumMod val="65000"/>
                    </a:schemeClr>
                  </a:solidFill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grpSp>
            <p:nvGrpSpPr>
              <p:cNvPr id="64" name="组合 63">
                <a:extLst>
                  <a:ext uri="{FF2B5EF4-FFF2-40B4-BE49-F238E27FC236}">
                    <a16:creationId xmlns:a16="http://schemas.microsoft.com/office/drawing/2014/main" id="{C88466C0-99C5-3FE4-B538-A7B9F5078F9E}"/>
                  </a:ext>
                </a:extLst>
              </p:cNvPr>
              <p:cNvGrpSpPr/>
              <p:nvPr/>
            </p:nvGrpSpPr>
            <p:grpSpPr>
              <a:xfrm>
                <a:off x="5280536" y="-34182"/>
                <a:ext cx="3785420" cy="3221215"/>
                <a:chOff x="5280536" y="-34182"/>
                <a:chExt cx="3785420" cy="3221215"/>
              </a:xfrm>
            </p:grpSpPr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41C6ED6A-EC57-7FF4-B9E8-86B0B907949E}"/>
                    </a:ext>
                  </a:extLst>
                </p:cNvPr>
                <p:cNvSpPr txBox="1"/>
                <p:nvPr/>
              </p:nvSpPr>
              <p:spPr>
                <a:xfrm>
                  <a:off x="6229795" y="-34182"/>
                  <a:ext cx="1732310" cy="3846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800" dirty="0">
                      <a:latin typeface="Helvetica" panose="020B0604020202020204" pitchFamily="34" charset="0"/>
                      <a:cs typeface="Helvetica" panose="020B0604020202020204" pitchFamily="34" charset="0"/>
                    </a:rPr>
                    <a:t>(b) Face Drift</a:t>
                  </a:r>
                  <a:endParaRPr lang="zh-CN" altLang="en-US" sz="2800" dirty="0">
                    <a:latin typeface="Helvetica" panose="020B0604020202020204" pitchFamily="34" charset="0"/>
                    <a:cs typeface="Helvetica" panose="020B0604020202020204" pitchFamily="34" charset="0"/>
                  </a:endParaRPr>
                </a:p>
              </p:txBody>
            </p:sp>
            <p:grpSp>
              <p:nvGrpSpPr>
                <p:cNvPr id="56" name="组合 55">
                  <a:extLst>
                    <a:ext uri="{FF2B5EF4-FFF2-40B4-BE49-F238E27FC236}">
                      <a16:creationId xmlns:a16="http://schemas.microsoft.com/office/drawing/2014/main" id="{4609F0A9-200D-EB37-B779-5C472BB2B507}"/>
                    </a:ext>
                  </a:extLst>
                </p:cNvPr>
                <p:cNvGrpSpPr/>
                <p:nvPr/>
              </p:nvGrpSpPr>
              <p:grpSpPr>
                <a:xfrm>
                  <a:off x="5280536" y="330918"/>
                  <a:ext cx="3785420" cy="2856115"/>
                  <a:chOff x="5280536" y="330918"/>
                  <a:chExt cx="3785420" cy="2856115"/>
                </a:xfrm>
              </p:grpSpPr>
              <p:grpSp>
                <p:nvGrpSpPr>
                  <p:cNvPr id="16" name="组合 15">
                    <a:extLst>
                      <a:ext uri="{FF2B5EF4-FFF2-40B4-BE49-F238E27FC236}">
                        <a16:creationId xmlns:a16="http://schemas.microsoft.com/office/drawing/2014/main" id="{8F66324D-F374-5315-4A70-724E804D0B1B}"/>
                      </a:ext>
                    </a:extLst>
                  </p:cNvPr>
                  <p:cNvGrpSpPr/>
                  <p:nvPr/>
                </p:nvGrpSpPr>
                <p:grpSpPr>
                  <a:xfrm>
                    <a:off x="5280536" y="639095"/>
                    <a:ext cx="3785420" cy="2547938"/>
                    <a:chOff x="2438400" y="800027"/>
                    <a:chExt cx="2997928" cy="1874346"/>
                  </a:xfrm>
                </p:grpSpPr>
                <p:pic>
                  <p:nvPicPr>
                    <p:cNvPr id="3" name="图片 2">
                      <a:extLst>
                        <a:ext uri="{FF2B5EF4-FFF2-40B4-BE49-F238E27FC236}">
                          <a16:creationId xmlns:a16="http://schemas.microsoft.com/office/drawing/2014/main" id="{646F966E-40CB-8CB4-00B3-031504387F5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4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t="1" b="673"/>
                    <a:stretch>
                      <a:fillRect/>
                    </a:stretch>
                  </p:blipFill>
                  <p:spPr>
                    <a:xfrm>
                      <a:off x="2438400" y="806246"/>
                      <a:ext cx="1505177" cy="1868127"/>
                    </a:xfrm>
                    <a:prstGeom prst="rect">
                      <a:avLst/>
                    </a:prstGeom>
                    <a:ln>
                      <a:solidFill>
                        <a:srgbClr val="00B050"/>
                      </a:solidFill>
                    </a:ln>
                  </p:spPr>
                </p:pic>
                <p:pic>
                  <p:nvPicPr>
                    <p:cNvPr id="5" name="图片 4">
                      <a:extLst>
                        <a:ext uri="{FF2B5EF4-FFF2-40B4-BE49-F238E27FC236}">
                          <a16:creationId xmlns:a16="http://schemas.microsoft.com/office/drawing/2014/main" id="{4593F1D3-F244-666E-BEDF-FC3F43C3A532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b="-424"/>
                    <a:stretch>
                      <a:fillRect/>
                    </a:stretch>
                  </p:blipFill>
                  <p:spPr>
                    <a:xfrm>
                      <a:off x="3931930" y="800027"/>
                      <a:ext cx="1504398" cy="1873330"/>
                    </a:xfrm>
                    <a:prstGeom prst="rect">
                      <a:avLst/>
                    </a:prstGeom>
                    <a:ln>
                      <a:solidFill>
                        <a:srgbClr val="FF0000"/>
                      </a:solidFill>
                    </a:ln>
                  </p:spPr>
                </p:pic>
              </p:grpSp>
              <p:sp>
                <p:nvSpPr>
                  <p:cNvPr id="54" name="文本框 53">
                    <a:extLst>
                      <a:ext uri="{FF2B5EF4-FFF2-40B4-BE49-F238E27FC236}">
                        <a16:creationId xmlns:a16="http://schemas.microsoft.com/office/drawing/2014/main" id="{9AB77D18-2B03-CBF3-D16C-0BE5F5897D1C}"/>
                      </a:ext>
                    </a:extLst>
                  </p:cNvPr>
                  <p:cNvSpPr txBox="1"/>
                  <p:nvPr/>
                </p:nvSpPr>
                <p:spPr>
                  <a:xfrm>
                    <a:off x="5786592" y="349968"/>
                    <a:ext cx="951420" cy="2941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2000" dirty="0">
                        <a:latin typeface="Helvetica" panose="020B0604020202020204" pitchFamily="34" charset="0"/>
                        <a:cs typeface="Helvetica" panose="020B0604020202020204" pitchFamily="34" charset="0"/>
                      </a:rPr>
                      <a:t>Expected</a:t>
                    </a:r>
                    <a:endParaRPr lang="zh-CN" altLang="en-US" sz="2000" dirty="0">
                      <a:latin typeface="Helvetica" panose="020B0604020202020204" pitchFamily="34" charset="0"/>
                      <a:cs typeface="Helvetica" panose="020B0604020202020204" pitchFamily="34" charset="0"/>
                    </a:endParaRPr>
                  </a:p>
                </p:txBody>
              </p:sp>
              <p:sp>
                <p:nvSpPr>
                  <p:cNvPr id="55" name="文本框 54">
                    <a:extLst>
                      <a:ext uri="{FF2B5EF4-FFF2-40B4-BE49-F238E27FC236}">
                        <a16:creationId xmlns:a16="http://schemas.microsoft.com/office/drawing/2014/main" id="{98996140-BB95-2E7A-AAC9-BC305A1B12B2}"/>
                      </a:ext>
                    </a:extLst>
                  </p:cNvPr>
                  <p:cNvSpPr txBox="1"/>
                  <p:nvPr/>
                </p:nvSpPr>
                <p:spPr>
                  <a:xfrm>
                    <a:off x="7605865" y="330918"/>
                    <a:ext cx="983045" cy="2941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2000" dirty="0">
                        <a:latin typeface="Helvetica" panose="020B0604020202020204" pitchFamily="34" charset="0"/>
                        <a:cs typeface="Helvetica" panose="020B0604020202020204" pitchFamily="34" charset="0"/>
                      </a:rPr>
                      <a:t>Observed</a:t>
                    </a:r>
                    <a:endParaRPr lang="zh-CN" altLang="en-US" sz="2000" dirty="0">
                      <a:latin typeface="Helvetica" panose="020B0604020202020204" pitchFamily="34" charset="0"/>
                      <a:cs typeface="Helvetica" panose="020B0604020202020204" pitchFamily="34" charset="0"/>
                    </a:endParaRPr>
                  </a:p>
                </p:txBody>
              </p:sp>
            </p:grpSp>
          </p:grpSp>
        </p:grpSp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D6C0705F-9E53-E336-FEE1-6B810F46AF6E}"/>
                </a:ext>
              </a:extLst>
            </p:cNvPr>
            <p:cNvGrpSpPr/>
            <p:nvPr/>
          </p:nvGrpSpPr>
          <p:grpSpPr>
            <a:xfrm>
              <a:off x="12679497" y="1295991"/>
              <a:ext cx="4361438" cy="4153067"/>
              <a:chOff x="9210980" y="-45576"/>
              <a:chExt cx="3692629" cy="3516211"/>
            </a:xfrm>
          </p:grpSpPr>
          <p:grpSp>
            <p:nvGrpSpPr>
              <p:cNvPr id="17" name="组合 16">
                <a:extLst>
                  <a:ext uri="{FF2B5EF4-FFF2-40B4-BE49-F238E27FC236}">
                    <a16:creationId xmlns:a16="http://schemas.microsoft.com/office/drawing/2014/main" id="{50926035-F115-EFE1-B4B7-E19F6E3D096D}"/>
                  </a:ext>
                </a:extLst>
              </p:cNvPr>
              <p:cNvGrpSpPr/>
              <p:nvPr/>
            </p:nvGrpSpPr>
            <p:grpSpPr>
              <a:xfrm>
                <a:off x="9210980" y="639757"/>
                <a:ext cx="3692629" cy="2555728"/>
                <a:chOff x="5805333" y="810341"/>
                <a:chExt cx="2667906" cy="1790290"/>
              </a:xfrm>
            </p:grpSpPr>
            <p:pic>
              <p:nvPicPr>
                <p:cNvPr id="9" name="图片 8">
                  <a:extLst>
                    <a:ext uri="{FF2B5EF4-FFF2-40B4-BE49-F238E27FC236}">
                      <a16:creationId xmlns:a16="http://schemas.microsoft.com/office/drawing/2014/main" id="{1F1EA31D-D7DC-B616-59EE-8B7E4501B8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805333" y="810341"/>
                  <a:ext cx="1342718" cy="1790290"/>
                </a:xfrm>
                <a:prstGeom prst="rect">
                  <a:avLst/>
                </a:prstGeom>
                <a:ln>
                  <a:solidFill>
                    <a:srgbClr val="00B050"/>
                  </a:solidFill>
                </a:ln>
              </p:spPr>
            </p:pic>
            <p:pic>
              <p:nvPicPr>
                <p:cNvPr id="11" name="图片 10">
                  <a:extLst>
                    <a:ext uri="{FF2B5EF4-FFF2-40B4-BE49-F238E27FC236}">
                      <a16:creationId xmlns:a16="http://schemas.microsoft.com/office/drawing/2014/main" id="{C6EAD16B-37D7-29BB-F8FC-3FC52EB74DF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130521" y="813092"/>
                  <a:ext cx="1342718" cy="1777480"/>
                </a:xfrm>
                <a:prstGeom prst="rect">
                  <a:avLst/>
                </a:prstGeom>
                <a:ln>
                  <a:solidFill>
                    <a:srgbClr val="FF0000"/>
                  </a:solidFill>
                </a:ln>
              </p:spPr>
            </p:pic>
          </p:grp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8CEECC68-19F6-8A78-0D7D-155B6A975CBB}"/>
                  </a:ext>
                </a:extLst>
              </p:cNvPr>
              <p:cNvSpPr txBox="1"/>
              <p:nvPr/>
            </p:nvSpPr>
            <p:spPr>
              <a:xfrm>
                <a:off x="9947838" y="-45576"/>
                <a:ext cx="2111807" cy="3846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(c) Prop Missing</a:t>
                </a:r>
                <a:endParaRPr lang="zh-CN" altLang="en-US" sz="28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9B0EA951-EC2B-A194-EAB7-39A0BB5091B6}"/>
                  </a:ext>
                </a:extLst>
              </p:cNvPr>
              <p:cNvSpPr txBox="1"/>
              <p:nvPr/>
            </p:nvSpPr>
            <p:spPr>
              <a:xfrm>
                <a:off x="10520515" y="3146321"/>
                <a:ext cx="1176954" cy="3243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893" dirty="0">
                    <a:solidFill>
                      <a:schemeClr val="bg1">
                        <a:lumMod val="65000"/>
                      </a:schemeClr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t=2.3s-2.4s</a:t>
                </a:r>
                <a:endParaRPr lang="zh-CN" altLang="en-US" sz="1893" dirty="0">
                  <a:solidFill>
                    <a:schemeClr val="bg1">
                      <a:lumMod val="65000"/>
                    </a:schemeClr>
                  </a:solidFill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CA1AB4A9-190A-783E-192E-8EA1E45EBD51}"/>
                  </a:ext>
                </a:extLst>
              </p:cNvPr>
              <p:cNvSpPr txBox="1"/>
              <p:nvPr/>
            </p:nvSpPr>
            <p:spPr>
              <a:xfrm>
                <a:off x="9645752" y="335219"/>
                <a:ext cx="951420" cy="2941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Expected</a:t>
                </a:r>
                <a:endParaRPr lang="zh-CN" altLang="en-US" sz="20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7E9EA60C-D356-4A34-459B-261A708A2055}"/>
                  </a:ext>
                </a:extLst>
              </p:cNvPr>
              <p:cNvSpPr txBox="1"/>
              <p:nvPr/>
            </p:nvSpPr>
            <p:spPr>
              <a:xfrm>
                <a:off x="11465027" y="316169"/>
                <a:ext cx="983045" cy="2941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Observed</a:t>
                </a:r>
                <a:endParaRPr lang="zh-CN" altLang="en-US" sz="20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p:grpSp>
        <p:grpSp>
          <p:nvGrpSpPr>
            <p:cNvPr id="72" name="组合 71">
              <a:extLst>
                <a:ext uri="{FF2B5EF4-FFF2-40B4-BE49-F238E27FC236}">
                  <a16:creationId xmlns:a16="http://schemas.microsoft.com/office/drawing/2014/main" id="{106CE628-E32E-C520-3A70-183162A9A6B7}"/>
                </a:ext>
              </a:extLst>
            </p:cNvPr>
            <p:cNvGrpSpPr/>
            <p:nvPr/>
          </p:nvGrpSpPr>
          <p:grpSpPr>
            <a:xfrm>
              <a:off x="8082835" y="5282230"/>
              <a:ext cx="4477766" cy="4558895"/>
              <a:chOff x="5309365" y="3388382"/>
              <a:chExt cx="3791119" cy="3859808"/>
            </a:xfrm>
          </p:grpSpPr>
          <p:grpSp>
            <p:nvGrpSpPr>
              <p:cNvPr id="18" name="组合 17">
                <a:extLst>
                  <a:ext uri="{FF2B5EF4-FFF2-40B4-BE49-F238E27FC236}">
                    <a16:creationId xmlns:a16="http://schemas.microsoft.com/office/drawing/2014/main" id="{B972AEA2-32C9-5213-0C13-FF429D5DD6EF}"/>
                  </a:ext>
                </a:extLst>
              </p:cNvPr>
              <p:cNvGrpSpPr/>
              <p:nvPr/>
            </p:nvGrpSpPr>
            <p:grpSpPr>
              <a:xfrm>
                <a:off x="5309365" y="4019210"/>
                <a:ext cx="3791119" cy="2907616"/>
                <a:chOff x="1483693" y="3632445"/>
                <a:chExt cx="2905761" cy="1820550"/>
              </a:xfrm>
            </p:grpSpPr>
            <p:pic>
              <p:nvPicPr>
                <p:cNvPr id="13" name="图片 12">
                  <a:extLst>
                    <a:ext uri="{FF2B5EF4-FFF2-40B4-BE49-F238E27FC236}">
                      <a16:creationId xmlns:a16="http://schemas.microsoft.com/office/drawing/2014/main" id="{B3B14E71-1537-78E9-7EE2-0B7A19F70E5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483693" y="3632445"/>
                  <a:ext cx="1456153" cy="1819542"/>
                </a:xfrm>
                <a:prstGeom prst="rect">
                  <a:avLst/>
                </a:prstGeom>
                <a:ln>
                  <a:solidFill>
                    <a:srgbClr val="00B050"/>
                  </a:solidFill>
                </a:ln>
              </p:spPr>
            </p:pic>
            <p:pic>
              <p:nvPicPr>
                <p:cNvPr id="15" name="图片 14">
                  <a:extLst>
                    <a:ext uri="{FF2B5EF4-FFF2-40B4-BE49-F238E27FC236}">
                      <a16:creationId xmlns:a16="http://schemas.microsoft.com/office/drawing/2014/main" id="{64D7CFEA-B0E0-31B6-EF1A-C57FCFF5ED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933705" y="3633958"/>
                  <a:ext cx="1455749" cy="1819037"/>
                </a:xfrm>
                <a:prstGeom prst="rect">
                  <a:avLst/>
                </a:prstGeom>
                <a:ln>
                  <a:solidFill>
                    <a:srgbClr val="FF0000"/>
                  </a:solidFill>
                </a:ln>
              </p:spPr>
            </p:pic>
          </p:grp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751F300E-D649-EE36-F771-E9546FD3B641}"/>
                  </a:ext>
                </a:extLst>
              </p:cNvPr>
              <p:cNvSpPr txBox="1"/>
              <p:nvPr/>
            </p:nvSpPr>
            <p:spPr>
              <a:xfrm>
                <a:off x="5969437" y="3388382"/>
                <a:ext cx="2735789" cy="3846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(d) Camera Deviation</a:t>
                </a:r>
                <a:endParaRPr lang="zh-CN" altLang="en-US" sz="28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F8F80C21-359C-6F36-2C15-2EDC52AB9032}"/>
                  </a:ext>
                </a:extLst>
              </p:cNvPr>
              <p:cNvSpPr txBox="1"/>
              <p:nvPr/>
            </p:nvSpPr>
            <p:spPr>
              <a:xfrm>
                <a:off x="6622630" y="6954036"/>
                <a:ext cx="1105895" cy="2941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>
                    <a:solidFill>
                      <a:schemeClr val="bg1">
                        <a:lumMod val="65000"/>
                      </a:schemeClr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t=3.1s-3.4s</a:t>
                </a:r>
                <a:endParaRPr lang="zh-CN" altLang="en-US" sz="2000" dirty="0">
                  <a:solidFill>
                    <a:schemeClr val="bg1">
                      <a:lumMod val="65000"/>
                    </a:schemeClr>
                  </a:solidFill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17CC4EA6-3A86-4995-A007-FA84A456C4F7}"/>
                  </a:ext>
                </a:extLst>
              </p:cNvPr>
              <p:cNvSpPr txBox="1"/>
              <p:nvPr/>
            </p:nvSpPr>
            <p:spPr>
              <a:xfrm>
                <a:off x="5781675" y="3717516"/>
                <a:ext cx="951420" cy="2941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Expected</a:t>
                </a:r>
                <a:endParaRPr lang="zh-CN" altLang="en-US" sz="20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3159A95B-4618-6869-90AD-3F58A70177BC}"/>
                  </a:ext>
                </a:extLst>
              </p:cNvPr>
              <p:cNvSpPr txBox="1"/>
              <p:nvPr/>
            </p:nvSpPr>
            <p:spPr>
              <a:xfrm>
                <a:off x="7650111" y="3698466"/>
                <a:ext cx="983045" cy="2941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Observed</a:t>
                </a:r>
                <a:endParaRPr lang="zh-CN" altLang="en-US" sz="20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p:grpSp>
        <p:grpSp>
          <p:nvGrpSpPr>
            <p:cNvPr id="75" name="组合 74">
              <a:extLst>
                <a:ext uri="{FF2B5EF4-FFF2-40B4-BE49-F238E27FC236}">
                  <a16:creationId xmlns:a16="http://schemas.microsoft.com/office/drawing/2014/main" id="{2DED1D8F-F973-636F-B12D-739851AC7B14}"/>
                </a:ext>
              </a:extLst>
            </p:cNvPr>
            <p:cNvGrpSpPr/>
            <p:nvPr/>
          </p:nvGrpSpPr>
          <p:grpSpPr>
            <a:xfrm>
              <a:off x="12717611" y="5270621"/>
              <a:ext cx="4415403" cy="4595826"/>
              <a:chOff x="12717611" y="5270621"/>
              <a:chExt cx="4415403" cy="4595826"/>
            </a:xfrm>
          </p:grpSpPr>
          <p:grpSp>
            <p:nvGrpSpPr>
              <p:cNvPr id="23" name="组合 22">
                <a:extLst>
                  <a:ext uri="{FF2B5EF4-FFF2-40B4-BE49-F238E27FC236}">
                    <a16:creationId xmlns:a16="http://schemas.microsoft.com/office/drawing/2014/main" id="{F49211DF-E54D-DE31-0839-05B6B5207EC8}"/>
                  </a:ext>
                </a:extLst>
              </p:cNvPr>
              <p:cNvGrpSpPr/>
              <p:nvPr/>
            </p:nvGrpSpPr>
            <p:grpSpPr>
              <a:xfrm>
                <a:off x="12717611" y="6020696"/>
                <a:ext cx="4415403" cy="3429247"/>
                <a:chOff x="1390651" y="4688771"/>
                <a:chExt cx="3027319" cy="2011912"/>
              </a:xfrm>
            </p:grpSpPr>
            <p:pic>
              <p:nvPicPr>
                <p:cNvPr id="20" name="图片 19">
                  <a:extLst>
                    <a:ext uri="{FF2B5EF4-FFF2-40B4-BE49-F238E27FC236}">
                      <a16:creationId xmlns:a16="http://schemas.microsoft.com/office/drawing/2014/main" id="{1599F0D6-D967-A647-8916-DEDCAEE4B8E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90651" y="4689986"/>
                  <a:ext cx="1508023" cy="2010697"/>
                </a:xfrm>
                <a:prstGeom prst="rect">
                  <a:avLst/>
                </a:prstGeom>
                <a:ln>
                  <a:solidFill>
                    <a:srgbClr val="00B050"/>
                  </a:solidFill>
                </a:ln>
              </p:spPr>
            </p:pic>
            <p:pic>
              <p:nvPicPr>
                <p:cNvPr id="22" name="图片 21">
                  <a:extLst>
                    <a:ext uri="{FF2B5EF4-FFF2-40B4-BE49-F238E27FC236}">
                      <a16:creationId xmlns:a16="http://schemas.microsoft.com/office/drawing/2014/main" id="{75E04DC4-FEC3-D12B-4AE6-D9C98DF27D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910757" y="4688771"/>
                  <a:ext cx="1507213" cy="2010674"/>
                </a:xfrm>
                <a:prstGeom prst="rect">
                  <a:avLst/>
                </a:prstGeom>
                <a:ln>
                  <a:solidFill>
                    <a:srgbClr val="FF0000"/>
                  </a:solidFill>
                </a:ln>
              </p:spPr>
            </p:pic>
          </p:grp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25FE2558-F731-4A95-98FC-BAE642682E8C}"/>
                  </a:ext>
                </a:extLst>
              </p:cNvPr>
              <p:cNvSpPr txBox="1"/>
              <p:nvPr/>
            </p:nvSpPr>
            <p:spPr>
              <a:xfrm>
                <a:off x="13627011" y="5270621"/>
                <a:ext cx="2675316" cy="454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(e) Frozen Frame</a:t>
                </a:r>
                <a:endParaRPr lang="zh-CN" altLang="en-US" sz="28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1BE53018-52CC-663C-F6E1-416975728386}"/>
                  </a:ext>
                </a:extLst>
              </p:cNvPr>
              <p:cNvSpPr txBox="1"/>
              <p:nvPr/>
            </p:nvSpPr>
            <p:spPr>
              <a:xfrm>
                <a:off x="14317127" y="9519016"/>
                <a:ext cx="1306195" cy="3474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>
                    <a:solidFill>
                      <a:schemeClr val="bg1">
                        <a:lumMod val="65000"/>
                      </a:schemeClr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t=4.6s-4.7s</a:t>
                </a:r>
                <a:endParaRPr lang="zh-CN" altLang="en-US" sz="2000" dirty="0">
                  <a:solidFill>
                    <a:schemeClr val="bg1">
                      <a:lumMod val="65000"/>
                    </a:schemeClr>
                  </a:solidFill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1695FAEF-84A8-432C-533E-2B78BC7FEC7E}"/>
                  </a:ext>
                </a:extLst>
              </p:cNvPr>
              <p:cNvSpPr txBox="1"/>
              <p:nvPr/>
            </p:nvSpPr>
            <p:spPr>
              <a:xfrm>
                <a:off x="13163985" y="5700007"/>
                <a:ext cx="1123741" cy="3474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Expected</a:t>
                </a:r>
                <a:endParaRPr lang="zh-CN" altLang="en-US" sz="20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45472E77-0D37-7422-0FD7-25657E17549D}"/>
                  </a:ext>
                </a:extLst>
              </p:cNvPr>
              <p:cNvSpPr txBox="1"/>
              <p:nvPr/>
            </p:nvSpPr>
            <p:spPr>
              <a:xfrm>
                <a:off x="15370832" y="5677506"/>
                <a:ext cx="1161094" cy="3474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Observed</a:t>
                </a:r>
                <a:endParaRPr lang="zh-CN" altLang="en-US" sz="20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82851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69</TotalTime>
  <Words>46</Words>
  <Application>Microsoft Office PowerPoint</Application>
  <PresentationFormat>自定义</PresentationFormat>
  <Paragraphs>18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Arial</vt:lpstr>
      <vt:lpstr>Calibri</vt:lpstr>
      <vt:lpstr>Calibri Light</vt:lpstr>
      <vt:lpstr>Helvetica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波 谭</dc:creator>
  <cp:lastModifiedBy>波 谭</cp:lastModifiedBy>
  <cp:revision>4</cp:revision>
  <dcterms:created xsi:type="dcterms:W3CDTF">2026-04-26T08:33:37Z</dcterms:created>
  <dcterms:modified xsi:type="dcterms:W3CDTF">2026-04-26T10:02:28Z</dcterms:modified>
</cp:coreProperties>
</file>